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81"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 id="408" r:id="rId41"/>
    <p:sldId id="409" r:id="rId42"/>
    <p:sldId id="410" r:id="rId43"/>
    <p:sldId id="411" r:id="rId44"/>
    <p:sldId id="412" r:id="rId45"/>
    <p:sldId id="413" r:id="rId46"/>
    <p:sldId id="414" r:id="rId47"/>
    <p:sldId id="415" r:id="rId48"/>
    <p:sldId id="280" r:id="rId49"/>
    <p:sldId id="282" r:id="rId50"/>
    <p:sldId id="385" r:id="rId51"/>
    <p:sldId id="330" r:id="rId52"/>
    <p:sldId id="327" r:id="rId53"/>
    <p:sldId id="38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2CCA2F-B414-407E-9A84-6D20A725DB43}" v="8" dt="2025-04-10T18:30:00.0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2738" autoAdjust="0"/>
  </p:normalViewPr>
  <p:slideViewPr>
    <p:cSldViewPr snapToGrid="0">
      <p:cViewPr varScale="1">
        <p:scale>
          <a:sx n="81" d="100"/>
          <a:sy n="81" d="100"/>
        </p:scale>
        <p:origin x="86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ie Fuller" userId="e034bfba-bc31-4476-bf06-cfa524cc5850" providerId="ADAL" clId="{F72CCA2F-B414-407E-9A84-6D20A725DB43}"/>
    <pc:docChg chg="custSel addSld delSld modSld">
      <pc:chgData name="Ellie Fuller" userId="e034bfba-bc31-4476-bf06-cfa524cc5850" providerId="ADAL" clId="{F72CCA2F-B414-407E-9A84-6D20A725DB43}" dt="2025-04-10T18:30:42.008" v="454"/>
      <pc:docMkLst>
        <pc:docMk/>
      </pc:docMkLst>
      <pc:sldChg chg="modSp mod">
        <pc:chgData name="Ellie Fuller" userId="e034bfba-bc31-4476-bf06-cfa524cc5850" providerId="ADAL" clId="{F72CCA2F-B414-407E-9A84-6D20A725DB43}" dt="2025-04-10T18:28:07.854" v="414" actId="20577"/>
        <pc:sldMkLst>
          <pc:docMk/>
          <pc:sldMk cId="498197516" sldId="256"/>
        </pc:sldMkLst>
        <pc:spChg chg="mod">
          <ac:chgData name="Ellie Fuller" userId="e034bfba-bc31-4476-bf06-cfa524cc5850" providerId="ADAL" clId="{F72CCA2F-B414-407E-9A84-6D20A725DB43}" dt="2025-04-10T18:28:07.854" v="414" actId="20577"/>
          <ac:spMkLst>
            <pc:docMk/>
            <pc:sldMk cId="498197516" sldId="256"/>
            <ac:spMk id="2" creationId="{1480FDEF-4716-D426-B59E-2563C84F4FE0}"/>
          </ac:spMkLst>
        </pc:spChg>
      </pc:sldChg>
      <pc:sldChg chg="addSp modSp new mod setBg addAnim">
        <pc:chgData name="Ellie Fuller" userId="e034bfba-bc31-4476-bf06-cfa524cc5850" providerId="ADAL" clId="{F72CCA2F-B414-407E-9A84-6D20A725DB43}" dt="2025-04-10T18:30:42.008" v="454"/>
        <pc:sldMkLst>
          <pc:docMk/>
          <pc:sldMk cId="2408070254" sldId="282"/>
        </pc:sldMkLst>
        <pc:spChg chg="mod">
          <ac:chgData name="Ellie Fuller" userId="e034bfba-bc31-4476-bf06-cfa524cc5850" providerId="ADAL" clId="{F72CCA2F-B414-407E-9A84-6D20A725DB43}" dt="2025-04-10T18:30:42.008" v="453" actId="26606"/>
          <ac:spMkLst>
            <pc:docMk/>
            <pc:sldMk cId="2408070254" sldId="282"/>
            <ac:spMk id="2" creationId="{2015DCC9-5791-7C36-3165-102DF71EE19B}"/>
          </ac:spMkLst>
        </pc:spChg>
        <pc:spChg chg="add">
          <ac:chgData name="Ellie Fuller" userId="e034bfba-bc31-4476-bf06-cfa524cc5850" providerId="ADAL" clId="{F72CCA2F-B414-407E-9A84-6D20A725DB43}" dt="2025-04-10T18:30:42.008" v="453" actId="26606"/>
          <ac:spMkLst>
            <pc:docMk/>
            <pc:sldMk cId="2408070254" sldId="282"/>
            <ac:spMk id="7" creationId="{6F5A5072-7B47-4D32-B52A-4EBBF590B8A5}"/>
          </ac:spMkLst>
        </pc:spChg>
        <pc:spChg chg="add">
          <ac:chgData name="Ellie Fuller" userId="e034bfba-bc31-4476-bf06-cfa524cc5850" providerId="ADAL" clId="{F72CCA2F-B414-407E-9A84-6D20A725DB43}" dt="2025-04-10T18:30:42.008" v="453" actId="26606"/>
          <ac:spMkLst>
            <pc:docMk/>
            <pc:sldMk cId="2408070254" sldId="282"/>
            <ac:spMk id="9" creationId="{9715DAF0-AE1B-46C9-8A6B-DB2AA05AB91D}"/>
          </ac:spMkLst>
        </pc:spChg>
        <pc:spChg chg="add">
          <ac:chgData name="Ellie Fuller" userId="e034bfba-bc31-4476-bf06-cfa524cc5850" providerId="ADAL" clId="{F72CCA2F-B414-407E-9A84-6D20A725DB43}" dt="2025-04-10T18:30:42.008" v="453" actId="26606"/>
          <ac:spMkLst>
            <pc:docMk/>
            <pc:sldMk cId="2408070254" sldId="282"/>
            <ac:spMk id="11" creationId="{6016219D-510E-4184-9090-6D5578A87BD1}"/>
          </ac:spMkLst>
        </pc:spChg>
        <pc:spChg chg="add">
          <ac:chgData name="Ellie Fuller" userId="e034bfba-bc31-4476-bf06-cfa524cc5850" providerId="ADAL" clId="{F72CCA2F-B414-407E-9A84-6D20A725DB43}" dt="2025-04-10T18:30:42.008" v="453" actId="26606"/>
          <ac:spMkLst>
            <pc:docMk/>
            <pc:sldMk cId="2408070254" sldId="282"/>
            <ac:spMk id="13" creationId="{AFF4A713-7B75-4B21-90D7-5AB19547C728}"/>
          </ac:spMkLst>
        </pc:spChg>
        <pc:spChg chg="add">
          <ac:chgData name="Ellie Fuller" userId="e034bfba-bc31-4476-bf06-cfa524cc5850" providerId="ADAL" clId="{F72CCA2F-B414-407E-9A84-6D20A725DB43}" dt="2025-04-10T18:30:42.008" v="453" actId="26606"/>
          <ac:spMkLst>
            <pc:docMk/>
            <pc:sldMk cId="2408070254" sldId="282"/>
            <ac:spMk id="15" creationId="{DC631C0B-6DA6-4E57-8231-CE32B3434A7E}"/>
          </ac:spMkLst>
        </pc:spChg>
        <pc:spChg chg="add">
          <ac:chgData name="Ellie Fuller" userId="e034bfba-bc31-4476-bf06-cfa524cc5850" providerId="ADAL" clId="{F72CCA2F-B414-407E-9A84-6D20A725DB43}" dt="2025-04-10T18:30:42.008" v="453" actId="26606"/>
          <ac:spMkLst>
            <pc:docMk/>
            <pc:sldMk cId="2408070254" sldId="282"/>
            <ac:spMk id="17" creationId="{C29501E6-A978-4A61-9689-9085AF97A53A}"/>
          </ac:spMkLst>
        </pc:spChg>
      </pc:sldChg>
      <pc:sldChg chg="add del">
        <pc:chgData name="Ellie Fuller" userId="e034bfba-bc31-4476-bf06-cfa524cc5850" providerId="ADAL" clId="{F72CCA2F-B414-407E-9A84-6D20A725DB43}" dt="2025-04-10T18:30:15.201" v="435" actId="47"/>
        <pc:sldMkLst>
          <pc:docMk/>
          <pc:sldMk cId="1667018414" sldId="298"/>
        </pc:sldMkLst>
      </pc:sldChg>
      <pc:sldChg chg="add del">
        <pc:chgData name="Ellie Fuller" userId="e034bfba-bc31-4476-bf06-cfa524cc5850" providerId="ADAL" clId="{F72CCA2F-B414-407E-9A84-6D20A725DB43}" dt="2025-04-10T18:30:15.871" v="436" actId="47"/>
        <pc:sldMkLst>
          <pc:docMk/>
          <pc:sldMk cId="3656435697" sldId="299"/>
        </pc:sldMkLst>
      </pc:sldChg>
      <pc:sldChg chg="delSp add del setBg delDesignElem">
        <pc:chgData name="Ellie Fuller" userId="e034bfba-bc31-4476-bf06-cfa524cc5850" providerId="ADAL" clId="{F72CCA2F-B414-407E-9A84-6D20A725DB43}" dt="2025-04-10T18:30:17.900" v="439" actId="47"/>
        <pc:sldMkLst>
          <pc:docMk/>
          <pc:sldMk cId="429113095" sldId="300"/>
        </pc:sldMkLst>
        <pc:spChg chg="del">
          <ac:chgData name="Ellie Fuller" userId="e034bfba-bc31-4476-bf06-cfa524cc5850" providerId="ADAL" clId="{F72CCA2F-B414-407E-9A84-6D20A725DB43}" dt="2025-04-10T18:29:55.004" v="429"/>
          <ac:spMkLst>
            <pc:docMk/>
            <pc:sldMk cId="429113095" sldId="300"/>
            <ac:spMk id="6" creationId="{89A320C9-9735-4D13-8279-C1C674841392}"/>
          </ac:spMkLst>
        </pc:spChg>
        <pc:spChg chg="del">
          <ac:chgData name="Ellie Fuller" userId="e034bfba-bc31-4476-bf06-cfa524cc5850" providerId="ADAL" clId="{F72CCA2F-B414-407E-9A84-6D20A725DB43}" dt="2025-04-10T18:29:55.004" v="429"/>
          <ac:spMkLst>
            <pc:docMk/>
            <pc:sldMk cId="429113095" sldId="300"/>
            <ac:spMk id="11" creationId="{92544CF4-9B52-4A7B-A4B3-88C72729B77D}"/>
          </ac:spMkLst>
        </pc:spChg>
        <pc:spChg chg="del">
          <ac:chgData name="Ellie Fuller" userId="e034bfba-bc31-4476-bf06-cfa524cc5850" providerId="ADAL" clId="{F72CCA2F-B414-407E-9A84-6D20A725DB43}" dt="2025-04-10T18:29:55.004" v="429"/>
          <ac:spMkLst>
            <pc:docMk/>
            <pc:sldMk cId="429113095" sldId="300"/>
            <ac:spMk id="13" creationId="{E75862C5-5C00-4421-BC7B-9B7B86DBC80D}"/>
          </ac:spMkLst>
        </pc:spChg>
        <pc:spChg chg="del">
          <ac:chgData name="Ellie Fuller" userId="e034bfba-bc31-4476-bf06-cfa524cc5850" providerId="ADAL" clId="{F72CCA2F-B414-407E-9A84-6D20A725DB43}" dt="2025-04-10T18:29:55.004" v="429"/>
          <ac:spMkLst>
            <pc:docMk/>
            <pc:sldMk cId="429113095" sldId="300"/>
            <ac:spMk id="15" creationId="{089440EF-9BE9-4AE9-8C28-00B02296CDB6}"/>
          </ac:spMkLst>
        </pc:spChg>
      </pc:sldChg>
      <pc:sldChg chg="delSp add del setBg delDesignElem">
        <pc:chgData name="Ellie Fuller" userId="e034bfba-bc31-4476-bf06-cfa524cc5850" providerId="ADAL" clId="{F72CCA2F-B414-407E-9A84-6D20A725DB43}" dt="2025-04-10T18:30:19.433" v="441" actId="47"/>
        <pc:sldMkLst>
          <pc:docMk/>
          <pc:sldMk cId="1672606413" sldId="302"/>
        </pc:sldMkLst>
        <pc:spChg chg="del">
          <ac:chgData name="Ellie Fuller" userId="e034bfba-bc31-4476-bf06-cfa524cc5850" providerId="ADAL" clId="{F72CCA2F-B414-407E-9A84-6D20A725DB43}" dt="2025-04-10T18:29:55.004" v="429"/>
          <ac:spMkLst>
            <pc:docMk/>
            <pc:sldMk cId="1672606413" sldId="302"/>
            <ac:spMk id="5" creationId="{DAF1966E-FD40-4A4A-B61B-C4DF7FA05F06}"/>
          </ac:spMkLst>
        </pc:spChg>
        <pc:spChg chg="del">
          <ac:chgData name="Ellie Fuller" userId="e034bfba-bc31-4476-bf06-cfa524cc5850" providerId="ADAL" clId="{F72CCA2F-B414-407E-9A84-6D20A725DB43}" dt="2025-04-10T18:29:55.004" v="429"/>
          <ac:spMkLst>
            <pc:docMk/>
            <pc:sldMk cId="1672606413" sldId="302"/>
            <ac:spMk id="6" creationId="{047BFA19-D45E-416B-A404-7AF2F3F27017}"/>
          </ac:spMkLst>
        </pc:spChg>
        <pc:spChg chg="del">
          <ac:chgData name="Ellie Fuller" userId="e034bfba-bc31-4476-bf06-cfa524cc5850" providerId="ADAL" clId="{F72CCA2F-B414-407E-9A84-6D20A725DB43}" dt="2025-04-10T18:29:55.004" v="429"/>
          <ac:spMkLst>
            <pc:docMk/>
            <pc:sldMk cId="1672606413" sldId="302"/>
            <ac:spMk id="7" creationId="{8E0105E7-23DB-4CF2-8258-FF47C7620F6E}"/>
          </ac:spMkLst>
        </pc:spChg>
        <pc:spChg chg="del">
          <ac:chgData name="Ellie Fuller" userId="e034bfba-bc31-4476-bf06-cfa524cc5850" providerId="ADAL" clId="{F72CCA2F-B414-407E-9A84-6D20A725DB43}" dt="2025-04-10T18:29:55.004" v="429"/>
          <ac:spMkLst>
            <pc:docMk/>
            <pc:sldMk cId="1672606413" sldId="302"/>
            <ac:spMk id="9" creationId="{074B4F7D-14B2-478B-8BF5-01E4E0C5D263}"/>
          </ac:spMkLst>
        </pc:spChg>
      </pc:sldChg>
      <pc:sldChg chg="delSp add del setBg delDesignElem">
        <pc:chgData name="Ellie Fuller" userId="e034bfba-bc31-4476-bf06-cfa524cc5850" providerId="ADAL" clId="{F72CCA2F-B414-407E-9A84-6D20A725DB43}" dt="2025-04-10T18:30:20.077" v="442" actId="47"/>
        <pc:sldMkLst>
          <pc:docMk/>
          <pc:sldMk cId="3406227297" sldId="303"/>
        </pc:sldMkLst>
        <pc:spChg chg="del">
          <ac:chgData name="Ellie Fuller" userId="e034bfba-bc31-4476-bf06-cfa524cc5850" providerId="ADAL" clId="{F72CCA2F-B414-407E-9A84-6D20A725DB43}" dt="2025-04-10T18:29:55.004" v="429"/>
          <ac:spMkLst>
            <pc:docMk/>
            <pc:sldMk cId="3406227297" sldId="303"/>
            <ac:spMk id="8" creationId="{DAF1966E-FD40-4A4A-B61B-C4DF7FA05F06}"/>
          </ac:spMkLst>
        </pc:spChg>
        <pc:spChg chg="del">
          <ac:chgData name="Ellie Fuller" userId="e034bfba-bc31-4476-bf06-cfa524cc5850" providerId="ADAL" clId="{F72CCA2F-B414-407E-9A84-6D20A725DB43}" dt="2025-04-10T18:29:55.004" v="429"/>
          <ac:spMkLst>
            <pc:docMk/>
            <pc:sldMk cId="3406227297" sldId="303"/>
            <ac:spMk id="10" creationId="{047BFA19-D45E-416B-A404-7AF2F3F27017}"/>
          </ac:spMkLst>
        </pc:spChg>
        <pc:spChg chg="del">
          <ac:chgData name="Ellie Fuller" userId="e034bfba-bc31-4476-bf06-cfa524cc5850" providerId="ADAL" clId="{F72CCA2F-B414-407E-9A84-6D20A725DB43}" dt="2025-04-10T18:29:55.004" v="429"/>
          <ac:spMkLst>
            <pc:docMk/>
            <pc:sldMk cId="3406227297" sldId="303"/>
            <ac:spMk id="12" creationId="{8E0105E7-23DB-4CF2-8258-FF47C7620F6E}"/>
          </ac:spMkLst>
        </pc:spChg>
        <pc:spChg chg="del">
          <ac:chgData name="Ellie Fuller" userId="e034bfba-bc31-4476-bf06-cfa524cc5850" providerId="ADAL" clId="{F72CCA2F-B414-407E-9A84-6D20A725DB43}" dt="2025-04-10T18:29:55.004" v="429"/>
          <ac:spMkLst>
            <pc:docMk/>
            <pc:sldMk cId="3406227297" sldId="303"/>
            <ac:spMk id="14" creationId="{074B4F7D-14B2-478B-8BF5-01E4E0C5D263}"/>
          </ac:spMkLst>
        </pc:spChg>
      </pc:sldChg>
      <pc:sldChg chg="delSp add del setBg delDesignElem">
        <pc:chgData name="Ellie Fuller" userId="e034bfba-bc31-4476-bf06-cfa524cc5850" providerId="ADAL" clId="{F72CCA2F-B414-407E-9A84-6D20A725DB43}" dt="2025-04-10T18:30:22.722" v="445" actId="47"/>
        <pc:sldMkLst>
          <pc:docMk/>
          <pc:sldMk cId="222957624" sldId="304"/>
        </pc:sldMkLst>
        <pc:spChg chg="del">
          <ac:chgData name="Ellie Fuller" userId="e034bfba-bc31-4476-bf06-cfa524cc5850" providerId="ADAL" clId="{F72CCA2F-B414-407E-9A84-6D20A725DB43}" dt="2025-04-10T18:29:55.004" v="429"/>
          <ac:spMkLst>
            <pc:docMk/>
            <pc:sldMk cId="222957624" sldId="304"/>
            <ac:spMk id="9" creationId="{89A320C9-9735-4D13-8279-C1C674841392}"/>
          </ac:spMkLst>
        </pc:spChg>
        <pc:spChg chg="del">
          <ac:chgData name="Ellie Fuller" userId="e034bfba-bc31-4476-bf06-cfa524cc5850" providerId="ADAL" clId="{F72CCA2F-B414-407E-9A84-6D20A725DB43}" dt="2025-04-10T18:29:55.004" v="429"/>
          <ac:spMkLst>
            <pc:docMk/>
            <pc:sldMk cId="222957624" sldId="304"/>
            <ac:spMk id="11" creationId="{92544CF4-9B52-4A7B-A4B3-88C72729B77D}"/>
          </ac:spMkLst>
        </pc:spChg>
        <pc:spChg chg="del">
          <ac:chgData name="Ellie Fuller" userId="e034bfba-bc31-4476-bf06-cfa524cc5850" providerId="ADAL" clId="{F72CCA2F-B414-407E-9A84-6D20A725DB43}" dt="2025-04-10T18:29:55.004" v="429"/>
          <ac:spMkLst>
            <pc:docMk/>
            <pc:sldMk cId="222957624" sldId="304"/>
            <ac:spMk id="13" creationId="{E75862C5-5C00-4421-BC7B-9B7B86DBC80D}"/>
          </ac:spMkLst>
        </pc:spChg>
        <pc:spChg chg="del">
          <ac:chgData name="Ellie Fuller" userId="e034bfba-bc31-4476-bf06-cfa524cc5850" providerId="ADAL" clId="{F72CCA2F-B414-407E-9A84-6D20A725DB43}" dt="2025-04-10T18:29:55.004" v="429"/>
          <ac:spMkLst>
            <pc:docMk/>
            <pc:sldMk cId="222957624" sldId="304"/>
            <ac:spMk id="15" creationId="{089440EF-9BE9-4AE9-8C28-00B02296CDB6}"/>
          </ac:spMkLst>
        </pc:spChg>
      </pc:sldChg>
      <pc:sldChg chg="delSp add del setBg delDesignElem">
        <pc:chgData name="Ellie Fuller" userId="e034bfba-bc31-4476-bf06-cfa524cc5850" providerId="ADAL" clId="{F72CCA2F-B414-407E-9A84-6D20A725DB43}" dt="2025-04-10T18:30:26.850" v="449" actId="47"/>
        <pc:sldMkLst>
          <pc:docMk/>
          <pc:sldMk cId="3293404564" sldId="306"/>
        </pc:sldMkLst>
        <pc:spChg chg="del">
          <ac:chgData name="Ellie Fuller" userId="e034bfba-bc31-4476-bf06-cfa524cc5850" providerId="ADAL" clId="{F72CCA2F-B414-407E-9A84-6D20A725DB43}" dt="2025-04-10T18:29:55.004" v="429"/>
          <ac:spMkLst>
            <pc:docMk/>
            <pc:sldMk cId="3293404564" sldId="306"/>
            <ac:spMk id="8" creationId="{DAF1966E-FD40-4A4A-B61B-C4DF7FA05F06}"/>
          </ac:spMkLst>
        </pc:spChg>
        <pc:spChg chg="del">
          <ac:chgData name="Ellie Fuller" userId="e034bfba-bc31-4476-bf06-cfa524cc5850" providerId="ADAL" clId="{F72CCA2F-B414-407E-9A84-6D20A725DB43}" dt="2025-04-10T18:29:55.004" v="429"/>
          <ac:spMkLst>
            <pc:docMk/>
            <pc:sldMk cId="3293404564" sldId="306"/>
            <ac:spMk id="10" creationId="{047BFA19-D45E-416B-A404-7AF2F3F27017}"/>
          </ac:spMkLst>
        </pc:spChg>
        <pc:spChg chg="del">
          <ac:chgData name="Ellie Fuller" userId="e034bfba-bc31-4476-bf06-cfa524cc5850" providerId="ADAL" clId="{F72CCA2F-B414-407E-9A84-6D20A725DB43}" dt="2025-04-10T18:29:55.004" v="429"/>
          <ac:spMkLst>
            <pc:docMk/>
            <pc:sldMk cId="3293404564" sldId="306"/>
            <ac:spMk id="12" creationId="{8E0105E7-23DB-4CF2-8258-FF47C7620F6E}"/>
          </ac:spMkLst>
        </pc:spChg>
        <pc:spChg chg="del">
          <ac:chgData name="Ellie Fuller" userId="e034bfba-bc31-4476-bf06-cfa524cc5850" providerId="ADAL" clId="{F72CCA2F-B414-407E-9A84-6D20A725DB43}" dt="2025-04-10T18:29:55.004" v="429"/>
          <ac:spMkLst>
            <pc:docMk/>
            <pc:sldMk cId="3293404564" sldId="306"/>
            <ac:spMk id="14" creationId="{074B4F7D-14B2-478B-8BF5-01E4E0C5D263}"/>
          </ac:spMkLst>
        </pc:spChg>
      </pc:sldChg>
      <pc:sldChg chg="delSp add del setBg delDesignElem">
        <pc:chgData name="Ellie Fuller" userId="e034bfba-bc31-4476-bf06-cfa524cc5850" providerId="ADAL" clId="{F72CCA2F-B414-407E-9A84-6D20A725DB43}" dt="2025-04-10T18:30:07.764" v="432" actId="47"/>
        <pc:sldMkLst>
          <pc:docMk/>
          <pc:sldMk cId="864369260" sldId="307"/>
        </pc:sldMkLst>
        <pc:spChg chg="del">
          <ac:chgData name="Ellie Fuller" userId="e034bfba-bc31-4476-bf06-cfa524cc5850" providerId="ADAL" clId="{F72CCA2F-B414-407E-9A84-6D20A725DB43}" dt="2025-04-10T18:29:55.004" v="429"/>
          <ac:spMkLst>
            <pc:docMk/>
            <pc:sldMk cId="864369260" sldId="307"/>
            <ac:spMk id="8" creationId="{DAF1966E-FD40-4A4A-B61B-C4DF7FA05F06}"/>
          </ac:spMkLst>
        </pc:spChg>
        <pc:spChg chg="del">
          <ac:chgData name="Ellie Fuller" userId="e034bfba-bc31-4476-bf06-cfa524cc5850" providerId="ADAL" clId="{F72CCA2F-B414-407E-9A84-6D20A725DB43}" dt="2025-04-10T18:29:55.004" v="429"/>
          <ac:spMkLst>
            <pc:docMk/>
            <pc:sldMk cId="864369260" sldId="307"/>
            <ac:spMk id="10" creationId="{047BFA19-D45E-416B-A404-7AF2F3F27017}"/>
          </ac:spMkLst>
        </pc:spChg>
        <pc:spChg chg="del">
          <ac:chgData name="Ellie Fuller" userId="e034bfba-bc31-4476-bf06-cfa524cc5850" providerId="ADAL" clId="{F72CCA2F-B414-407E-9A84-6D20A725DB43}" dt="2025-04-10T18:29:55.004" v="429"/>
          <ac:spMkLst>
            <pc:docMk/>
            <pc:sldMk cId="864369260" sldId="307"/>
            <ac:spMk id="12" creationId="{8E0105E7-23DB-4CF2-8258-FF47C7620F6E}"/>
          </ac:spMkLst>
        </pc:spChg>
        <pc:spChg chg="del">
          <ac:chgData name="Ellie Fuller" userId="e034bfba-bc31-4476-bf06-cfa524cc5850" providerId="ADAL" clId="{F72CCA2F-B414-407E-9A84-6D20A725DB43}" dt="2025-04-10T18:29:55.004" v="429"/>
          <ac:spMkLst>
            <pc:docMk/>
            <pc:sldMk cId="864369260" sldId="307"/>
            <ac:spMk id="14" creationId="{074B4F7D-14B2-478B-8BF5-01E4E0C5D263}"/>
          </ac:spMkLst>
        </pc:spChg>
      </pc:sldChg>
      <pc:sldChg chg="add del">
        <pc:chgData name="Ellie Fuller" userId="e034bfba-bc31-4476-bf06-cfa524cc5850" providerId="ADAL" clId="{F72CCA2F-B414-407E-9A84-6D20A725DB43}" dt="2025-04-10T18:30:16.566" v="437" actId="47"/>
        <pc:sldMkLst>
          <pc:docMk/>
          <pc:sldMk cId="165263893" sldId="308"/>
        </pc:sldMkLst>
      </pc:sldChg>
      <pc:sldChg chg="add del">
        <pc:chgData name="Ellie Fuller" userId="e034bfba-bc31-4476-bf06-cfa524cc5850" providerId="ADAL" clId="{F72CCA2F-B414-407E-9A84-6D20A725DB43}" dt="2025-04-10T18:30:18.792" v="440" actId="47"/>
        <pc:sldMkLst>
          <pc:docMk/>
          <pc:sldMk cId="1406617783" sldId="309"/>
        </pc:sldMkLst>
      </pc:sldChg>
      <pc:sldChg chg="add del">
        <pc:chgData name="Ellie Fuller" userId="e034bfba-bc31-4476-bf06-cfa524cc5850" providerId="ADAL" clId="{F72CCA2F-B414-407E-9A84-6D20A725DB43}" dt="2025-04-10T18:30:20.785" v="443" actId="47"/>
        <pc:sldMkLst>
          <pc:docMk/>
          <pc:sldMk cId="3416857569" sldId="310"/>
        </pc:sldMkLst>
      </pc:sldChg>
      <pc:sldChg chg="add del">
        <pc:chgData name="Ellie Fuller" userId="e034bfba-bc31-4476-bf06-cfa524cc5850" providerId="ADAL" clId="{F72CCA2F-B414-407E-9A84-6D20A725DB43}" dt="2025-04-10T18:30:23.987" v="446" actId="47"/>
        <pc:sldMkLst>
          <pc:docMk/>
          <pc:sldMk cId="47170133" sldId="311"/>
        </pc:sldMkLst>
      </pc:sldChg>
      <pc:sldChg chg="add del">
        <pc:chgData name="Ellie Fuller" userId="e034bfba-bc31-4476-bf06-cfa524cc5850" providerId="ADAL" clId="{F72CCA2F-B414-407E-9A84-6D20A725DB43}" dt="2025-04-10T18:30:27.598" v="450" actId="47"/>
        <pc:sldMkLst>
          <pc:docMk/>
          <pc:sldMk cId="3906242519" sldId="312"/>
        </pc:sldMkLst>
      </pc:sldChg>
      <pc:sldChg chg="add del">
        <pc:chgData name="Ellie Fuller" userId="e034bfba-bc31-4476-bf06-cfa524cc5850" providerId="ADAL" clId="{F72CCA2F-B414-407E-9A84-6D20A725DB43}" dt="2025-04-10T18:30:04.978" v="431" actId="47"/>
        <pc:sldMkLst>
          <pc:docMk/>
          <pc:sldMk cId="1461461819" sldId="313"/>
        </pc:sldMkLst>
      </pc:sldChg>
      <pc:sldChg chg="modSp add mod">
        <pc:chgData name="Ellie Fuller" userId="e034bfba-bc31-4476-bf06-cfa524cc5850" providerId="ADAL" clId="{F72CCA2F-B414-407E-9A84-6D20A725DB43}" dt="2025-04-10T18:21:17.020" v="41" actId="6549"/>
        <pc:sldMkLst>
          <pc:docMk/>
          <pc:sldMk cId="2770846854" sldId="327"/>
        </pc:sldMkLst>
        <pc:spChg chg="mod">
          <ac:chgData name="Ellie Fuller" userId="e034bfba-bc31-4476-bf06-cfa524cc5850" providerId="ADAL" clId="{F72CCA2F-B414-407E-9A84-6D20A725DB43}" dt="2025-04-10T18:21:17.020" v="41" actId="6549"/>
          <ac:spMkLst>
            <pc:docMk/>
            <pc:sldMk cId="2770846854" sldId="327"/>
            <ac:spMk id="2" creationId="{029FE132-2CF3-4750-913E-89F707BDF806}"/>
          </ac:spMkLst>
        </pc:spChg>
      </pc:sldChg>
      <pc:sldChg chg="modSp add mod">
        <pc:chgData name="Ellie Fuller" userId="e034bfba-bc31-4476-bf06-cfa524cc5850" providerId="ADAL" clId="{F72CCA2F-B414-407E-9A84-6D20A725DB43}" dt="2025-04-10T18:21:03.783" v="39" actId="6549"/>
        <pc:sldMkLst>
          <pc:docMk/>
          <pc:sldMk cId="2991383322" sldId="330"/>
        </pc:sldMkLst>
        <pc:spChg chg="mod">
          <ac:chgData name="Ellie Fuller" userId="e034bfba-bc31-4476-bf06-cfa524cc5850" providerId="ADAL" clId="{F72CCA2F-B414-407E-9A84-6D20A725DB43}" dt="2025-04-10T18:21:03.783" v="39" actId="6549"/>
          <ac:spMkLst>
            <pc:docMk/>
            <pc:sldMk cId="2991383322" sldId="330"/>
            <ac:spMk id="2" creationId="{C6FFC46F-9D81-4C46-9A27-AB9BF782D597}"/>
          </ac:spMkLst>
        </pc:spChg>
      </pc:sldChg>
      <pc:sldChg chg="addSp delSp add del setBg delDesignElem">
        <pc:chgData name="Ellie Fuller" userId="e034bfba-bc31-4476-bf06-cfa524cc5850" providerId="ADAL" clId="{F72CCA2F-B414-407E-9A84-6D20A725DB43}" dt="2025-04-10T18:30:11.508" v="433" actId="47"/>
        <pc:sldMkLst>
          <pc:docMk/>
          <pc:sldMk cId="3108734430" sldId="362"/>
        </pc:sldMkLst>
        <pc:spChg chg="add del">
          <ac:chgData name="Ellie Fuller" userId="e034bfba-bc31-4476-bf06-cfa524cc5850" providerId="ADAL" clId="{F72CCA2F-B414-407E-9A84-6D20A725DB43}" dt="2025-04-10T18:29:55.004" v="429"/>
          <ac:spMkLst>
            <pc:docMk/>
            <pc:sldMk cId="3108734430" sldId="362"/>
            <ac:spMk id="8" creationId="{0671A8AE-40A1-4631-A6B8-581AFF065482}"/>
          </ac:spMkLst>
        </pc:spChg>
        <pc:spChg chg="add del">
          <ac:chgData name="Ellie Fuller" userId="e034bfba-bc31-4476-bf06-cfa524cc5850" providerId="ADAL" clId="{F72CCA2F-B414-407E-9A84-6D20A725DB43}" dt="2025-04-10T18:29:55.004" v="429"/>
          <ac:spMkLst>
            <pc:docMk/>
            <pc:sldMk cId="3108734430" sldId="362"/>
            <ac:spMk id="10" creationId="{AB58EF07-17C2-48CF-ABB0-EEF1F17CB8F0}"/>
          </ac:spMkLst>
        </pc:spChg>
        <pc:spChg chg="add del">
          <ac:chgData name="Ellie Fuller" userId="e034bfba-bc31-4476-bf06-cfa524cc5850" providerId="ADAL" clId="{F72CCA2F-B414-407E-9A84-6D20A725DB43}" dt="2025-04-10T18:29:55.004" v="429"/>
          <ac:spMkLst>
            <pc:docMk/>
            <pc:sldMk cId="3108734430" sldId="362"/>
            <ac:spMk id="12" creationId="{AF2F604E-43BE-4DC3-B983-E071523364F8}"/>
          </ac:spMkLst>
        </pc:spChg>
        <pc:spChg chg="add del">
          <ac:chgData name="Ellie Fuller" userId="e034bfba-bc31-4476-bf06-cfa524cc5850" providerId="ADAL" clId="{F72CCA2F-B414-407E-9A84-6D20A725DB43}" dt="2025-04-10T18:29:55.004" v="429"/>
          <ac:spMkLst>
            <pc:docMk/>
            <pc:sldMk cId="3108734430" sldId="362"/>
            <ac:spMk id="14" creationId="{08C9B587-E65E-4B52-B37C-ABEBB6E87928}"/>
          </ac:spMkLst>
        </pc:spChg>
      </pc:sldChg>
      <pc:sldChg chg="delSp add del setBg delDesignElem">
        <pc:chgData name="Ellie Fuller" userId="e034bfba-bc31-4476-bf06-cfa524cc5850" providerId="ADAL" clId="{F72CCA2F-B414-407E-9A84-6D20A725DB43}" dt="2025-04-10T18:20:04.795" v="25" actId="47"/>
        <pc:sldMkLst>
          <pc:docMk/>
          <pc:sldMk cId="2670606118" sldId="384"/>
        </pc:sldMkLst>
        <pc:spChg chg="del">
          <ac:chgData name="Ellie Fuller" userId="e034bfba-bc31-4476-bf06-cfa524cc5850" providerId="ADAL" clId="{F72CCA2F-B414-407E-9A84-6D20A725DB43}" dt="2025-04-10T18:19:58.936" v="23"/>
          <ac:spMkLst>
            <pc:docMk/>
            <pc:sldMk cId="2670606118" sldId="384"/>
            <ac:spMk id="8" creationId="{907EF6B7-1338-4443-8C46-6A318D952DFD}"/>
          </ac:spMkLst>
        </pc:spChg>
        <pc:spChg chg="del">
          <ac:chgData name="Ellie Fuller" userId="e034bfba-bc31-4476-bf06-cfa524cc5850" providerId="ADAL" clId="{F72CCA2F-B414-407E-9A84-6D20A725DB43}" dt="2025-04-10T18:19:58.936" v="23"/>
          <ac:spMkLst>
            <pc:docMk/>
            <pc:sldMk cId="2670606118" sldId="384"/>
            <ac:spMk id="10" creationId="{DAAE4CDD-124C-4DCF-9584-B6033B545DD5}"/>
          </ac:spMkLst>
        </pc:spChg>
        <pc:spChg chg="del">
          <ac:chgData name="Ellie Fuller" userId="e034bfba-bc31-4476-bf06-cfa524cc5850" providerId="ADAL" clId="{F72CCA2F-B414-407E-9A84-6D20A725DB43}" dt="2025-04-10T18:19:58.936" v="23"/>
          <ac:spMkLst>
            <pc:docMk/>
            <pc:sldMk cId="2670606118" sldId="384"/>
            <ac:spMk id="12" creationId="{081E4A58-353D-44AE-B2FC-2A74E2E400F7}"/>
          </ac:spMkLst>
        </pc:spChg>
      </pc:sldChg>
      <pc:sldChg chg="add modNotesTx">
        <pc:chgData name="Ellie Fuller" userId="e034bfba-bc31-4476-bf06-cfa524cc5850" providerId="ADAL" clId="{F72CCA2F-B414-407E-9A84-6D20A725DB43}" dt="2025-04-10T18:20:45.206" v="37" actId="113"/>
        <pc:sldMkLst>
          <pc:docMk/>
          <pc:sldMk cId="1543498950" sldId="385"/>
        </pc:sldMkLst>
      </pc:sldChg>
      <pc:sldChg chg="modSp new mod modNotesTx">
        <pc:chgData name="Ellie Fuller" userId="e034bfba-bc31-4476-bf06-cfa524cc5850" providerId="ADAL" clId="{F72CCA2F-B414-407E-9A84-6D20A725DB43}" dt="2025-04-10T18:24:31.025" v="378" actId="20577"/>
        <pc:sldMkLst>
          <pc:docMk/>
          <pc:sldMk cId="2425157188" sldId="386"/>
        </pc:sldMkLst>
        <pc:spChg chg="mod">
          <ac:chgData name="Ellie Fuller" userId="e034bfba-bc31-4476-bf06-cfa524cc5850" providerId="ADAL" clId="{F72CCA2F-B414-407E-9A84-6D20A725DB43}" dt="2025-04-10T18:24:26.619" v="367" actId="20577"/>
          <ac:spMkLst>
            <pc:docMk/>
            <pc:sldMk cId="2425157188" sldId="386"/>
            <ac:spMk id="3" creationId="{257A1E4E-33AF-2282-19BB-EA37EEC0A11D}"/>
          </ac:spMkLst>
        </pc:spChg>
      </pc:sldChg>
      <pc:sldChg chg="add del">
        <pc:chgData name="Ellie Fuller" userId="e034bfba-bc31-4476-bf06-cfa524cc5850" providerId="ADAL" clId="{F72CCA2F-B414-407E-9A84-6D20A725DB43}" dt="2025-04-10T18:30:14.327" v="434" actId="47"/>
        <pc:sldMkLst>
          <pc:docMk/>
          <pc:sldMk cId="51979301" sldId="387"/>
        </pc:sldMkLst>
      </pc:sldChg>
      <pc:sldChg chg="delSp add del setBg delDesignElem">
        <pc:chgData name="Ellie Fuller" userId="e034bfba-bc31-4476-bf06-cfa524cc5850" providerId="ADAL" clId="{F72CCA2F-B414-407E-9A84-6D20A725DB43}" dt="2025-04-10T18:30:17.226" v="438" actId="47"/>
        <pc:sldMkLst>
          <pc:docMk/>
          <pc:sldMk cId="4259267663" sldId="388"/>
        </pc:sldMkLst>
        <pc:spChg chg="del">
          <ac:chgData name="Ellie Fuller" userId="e034bfba-bc31-4476-bf06-cfa524cc5850" providerId="ADAL" clId="{F72CCA2F-B414-407E-9A84-6D20A725DB43}" dt="2025-04-10T18:29:55.004" v="429"/>
          <ac:spMkLst>
            <pc:docMk/>
            <pc:sldMk cId="4259267663" sldId="388"/>
            <ac:spMk id="6" creationId="{89A320C9-9735-4D13-8279-C1C674841392}"/>
          </ac:spMkLst>
        </pc:spChg>
        <pc:spChg chg="del">
          <ac:chgData name="Ellie Fuller" userId="e034bfba-bc31-4476-bf06-cfa524cc5850" providerId="ADAL" clId="{F72CCA2F-B414-407E-9A84-6D20A725DB43}" dt="2025-04-10T18:29:55.004" v="429"/>
          <ac:spMkLst>
            <pc:docMk/>
            <pc:sldMk cId="4259267663" sldId="388"/>
            <ac:spMk id="7" creationId="{92544CF4-9B52-4A7B-A4B3-88C72729B77D}"/>
          </ac:spMkLst>
        </pc:spChg>
        <pc:spChg chg="del">
          <ac:chgData name="Ellie Fuller" userId="e034bfba-bc31-4476-bf06-cfa524cc5850" providerId="ADAL" clId="{F72CCA2F-B414-407E-9A84-6D20A725DB43}" dt="2025-04-10T18:29:55.004" v="429"/>
          <ac:spMkLst>
            <pc:docMk/>
            <pc:sldMk cId="4259267663" sldId="388"/>
            <ac:spMk id="13" creationId="{E75862C5-5C00-4421-BC7B-9B7B86DBC80D}"/>
          </ac:spMkLst>
        </pc:spChg>
        <pc:spChg chg="del">
          <ac:chgData name="Ellie Fuller" userId="e034bfba-bc31-4476-bf06-cfa524cc5850" providerId="ADAL" clId="{F72CCA2F-B414-407E-9A84-6D20A725DB43}" dt="2025-04-10T18:29:55.004" v="429"/>
          <ac:spMkLst>
            <pc:docMk/>
            <pc:sldMk cId="4259267663" sldId="388"/>
            <ac:spMk id="15" creationId="{089440EF-9BE9-4AE9-8C28-00B02296CDB6}"/>
          </ac:spMkLst>
        </pc:spChg>
      </pc:sldChg>
      <pc:sldChg chg="delSp add del setBg delDesignElem">
        <pc:chgData name="Ellie Fuller" userId="e034bfba-bc31-4476-bf06-cfa524cc5850" providerId="ADAL" clId="{F72CCA2F-B414-407E-9A84-6D20A725DB43}" dt="2025-04-10T18:30:21.866" v="444" actId="47"/>
        <pc:sldMkLst>
          <pc:docMk/>
          <pc:sldMk cId="1071483532" sldId="389"/>
        </pc:sldMkLst>
        <pc:spChg chg="del">
          <ac:chgData name="Ellie Fuller" userId="e034bfba-bc31-4476-bf06-cfa524cc5850" providerId="ADAL" clId="{F72CCA2F-B414-407E-9A84-6D20A725DB43}" dt="2025-04-10T18:29:55.004" v="429"/>
          <ac:spMkLst>
            <pc:docMk/>
            <pc:sldMk cId="1071483532" sldId="389"/>
            <ac:spMk id="9" creationId="{89A320C9-9735-4D13-8279-C1C674841392}"/>
          </ac:spMkLst>
        </pc:spChg>
        <pc:spChg chg="del">
          <ac:chgData name="Ellie Fuller" userId="e034bfba-bc31-4476-bf06-cfa524cc5850" providerId="ADAL" clId="{F72CCA2F-B414-407E-9A84-6D20A725DB43}" dt="2025-04-10T18:29:55.004" v="429"/>
          <ac:spMkLst>
            <pc:docMk/>
            <pc:sldMk cId="1071483532" sldId="389"/>
            <ac:spMk id="11" creationId="{92544CF4-9B52-4A7B-A4B3-88C72729B77D}"/>
          </ac:spMkLst>
        </pc:spChg>
        <pc:spChg chg="del">
          <ac:chgData name="Ellie Fuller" userId="e034bfba-bc31-4476-bf06-cfa524cc5850" providerId="ADAL" clId="{F72CCA2F-B414-407E-9A84-6D20A725DB43}" dt="2025-04-10T18:29:55.004" v="429"/>
          <ac:spMkLst>
            <pc:docMk/>
            <pc:sldMk cId="1071483532" sldId="389"/>
            <ac:spMk id="13" creationId="{E75862C5-5C00-4421-BC7B-9B7B86DBC80D}"/>
          </ac:spMkLst>
        </pc:spChg>
        <pc:spChg chg="del">
          <ac:chgData name="Ellie Fuller" userId="e034bfba-bc31-4476-bf06-cfa524cc5850" providerId="ADAL" clId="{F72CCA2F-B414-407E-9A84-6D20A725DB43}" dt="2025-04-10T18:29:55.004" v="429"/>
          <ac:spMkLst>
            <pc:docMk/>
            <pc:sldMk cId="1071483532" sldId="389"/>
            <ac:spMk id="15" creationId="{089440EF-9BE9-4AE9-8C28-00B02296CDB6}"/>
          </ac:spMkLst>
        </pc:spChg>
      </pc:sldChg>
      <pc:sldChg chg="add del">
        <pc:chgData name="Ellie Fuller" userId="e034bfba-bc31-4476-bf06-cfa524cc5850" providerId="ADAL" clId="{F72CCA2F-B414-407E-9A84-6D20A725DB43}" dt="2025-04-10T18:30:24.957" v="447" actId="47"/>
        <pc:sldMkLst>
          <pc:docMk/>
          <pc:sldMk cId="2443425816" sldId="390"/>
        </pc:sldMkLst>
      </pc:sldChg>
      <pc:sldChg chg="delSp add del setBg delDesignElem">
        <pc:chgData name="Ellie Fuller" userId="e034bfba-bc31-4476-bf06-cfa524cc5850" providerId="ADAL" clId="{F72CCA2F-B414-407E-9A84-6D20A725DB43}" dt="2025-04-10T18:30:26.015" v="448" actId="47"/>
        <pc:sldMkLst>
          <pc:docMk/>
          <pc:sldMk cId="232908383" sldId="391"/>
        </pc:sldMkLst>
        <pc:spChg chg="del">
          <ac:chgData name="Ellie Fuller" userId="e034bfba-bc31-4476-bf06-cfa524cc5850" providerId="ADAL" clId="{F72CCA2F-B414-407E-9A84-6D20A725DB43}" dt="2025-04-10T18:29:55.004" v="429"/>
          <ac:spMkLst>
            <pc:docMk/>
            <pc:sldMk cId="232908383" sldId="391"/>
            <ac:spMk id="8" creationId="{DAF1966E-FD40-4A4A-B61B-C4DF7FA05F06}"/>
          </ac:spMkLst>
        </pc:spChg>
        <pc:spChg chg="del">
          <ac:chgData name="Ellie Fuller" userId="e034bfba-bc31-4476-bf06-cfa524cc5850" providerId="ADAL" clId="{F72CCA2F-B414-407E-9A84-6D20A725DB43}" dt="2025-04-10T18:29:55.004" v="429"/>
          <ac:spMkLst>
            <pc:docMk/>
            <pc:sldMk cId="232908383" sldId="391"/>
            <ac:spMk id="10" creationId="{047BFA19-D45E-416B-A404-7AF2F3F27017}"/>
          </ac:spMkLst>
        </pc:spChg>
        <pc:spChg chg="del">
          <ac:chgData name="Ellie Fuller" userId="e034bfba-bc31-4476-bf06-cfa524cc5850" providerId="ADAL" clId="{F72CCA2F-B414-407E-9A84-6D20A725DB43}" dt="2025-04-10T18:29:55.004" v="429"/>
          <ac:spMkLst>
            <pc:docMk/>
            <pc:sldMk cId="232908383" sldId="391"/>
            <ac:spMk id="12" creationId="{8E0105E7-23DB-4CF2-8258-FF47C7620F6E}"/>
          </ac:spMkLst>
        </pc:spChg>
        <pc:spChg chg="del">
          <ac:chgData name="Ellie Fuller" userId="e034bfba-bc31-4476-bf06-cfa524cc5850" providerId="ADAL" clId="{F72CCA2F-B414-407E-9A84-6D20A725DB43}" dt="2025-04-10T18:29:55.004" v="429"/>
          <ac:spMkLst>
            <pc:docMk/>
            <pc:sldMk cId="232908383" sldId="391"/>
            <ac:spMk id="14" creationId="{074B4F7D-14B2-478B-8BF5-01E4E0C5D263}"/>
          </ac:spMkLst>
        </pc:spChg>
      </pc:sldChg>
      <pc:sldChg chg="add del">
        <pc:chgData name="Ellie Fuller" userId="e034bfba-bc31-4476-bf06-cfa524cc5850" providerId="ADAL" clId="{F72CCA2F-B414-407E-9A84-6D20A725DB43}" dt="2025-04-10T18:30:28.375" v="451" actId="47"/>
        <pc:sldMkLst>
          <pc:docMk/>
          <pc:sldMk cId="3336189448" sldId="392"/>
        </pc:sldMkLst>
      </pc:sldChg>
      <pc:sldChg chg="delSp add del setBg delDesignElem">
        <pc:chgData name="Ellie Fuller" userId="e034bfba-bc31-4476-bf06-cfa524cc5850" providerId="ADAL" clId="{F72CCA2F-B414-407E-9A84-6D20A725DB43}" dt="2025-04-10T18:30:30.582" v="452" actId="47"/>
        <pc:sldMkLst>
          <pc:docMk/>
          <pc:sldMk cId="329560582" sldId="393"/>
        </pc:sldMkLst>
        <pc:spChg chg="del">
          <ac:chgData name="Ellie Fuller" userId="e034bfba-bc31-4476-bf06-cfa524cc5850" providerId="ADAL" clId="{F72CCA2F-B414-407E-9A84-6D20A725DB43}" dt="2025-04-10T18:29:55.004" v="429"/>
          <ac:spMkLst>
            <pc:docMk/>
            <pc:sldMk cId="329560582" sldId="393"/>
            <ac:spMk id="8" creationId="{DAF1966E-FD40-4A4A-B61B-C4DF7FA05F06}"/>
          </ac:spMkLst>
        </pc:spChg>
        <pc:spChg chg="del">
          <ac:chgData name="Ellie Fuller" userId="e034bfba-bc31-4476-bf06-cfa524cc5850" providerId="ADAL" clId="{F72CCA2F-B414-407E-9A84-6D20A725DB43}" dt="2025-04-10T18:29:55.004" v="429"/>
          <ac:spMkLst>
            <pc:docMk/>
            <pc:sldMk cId="329560582" sldId="393"/>
            <ac:spMk id="10" creationId="{047BFA19-D45E-416B-A404-7AF2F3F27017}"/>
          </ac:spMkLst>
        </pc:spChg>
        <pc:spChg chg="del">
          <ac:chgData name="Ellie Fuller" userId="e034bfba-bc31-4476-bf06-cfa524cc5850" providerId="ADAL" clId="{F72CCA2F-B414-407E-9A84-6D20A725DB43}" dt="2025-04-10T18:29:55.004" v="429"/>
          <ac:spMkLst>
            <pc:docMk/>
            <pc:sldMk cId="329560582" sldId="393"/>
            <ac:spMk id="12" creationId="{8E0105E7-23DB-4CF2-8258-FF47C7620F6E}"/>
          </ac:spMkLst>
        </pc:spChg>
        <pc:spChg chg="del">
          <ac:chgData name="Ellie Fuller" userId="e034bfba-bc31-4476-bf06-cfa524cc5850" providerId="ADAL" clId="{F72CCA2F-B414-407E-9A84-6D20A725DB43}" dt="2025-04-10T18:29:55.004" v="429"/>
          <ac:spMkLst>
            <pc:docMk/>
            <pc:sldMk cId="329560582" sldId="393"/>
            <ac:spMk id="14" creationId="{074B4F7D-14B2-478B-8BF5-01E4E0C5D263}"/>
          </ac:spMkLst>
        </pc:spChg>
      </pc:sldChg>
      <pc:sldChg chg="add">
        <pc:chgData name="Ellie Fuller" userId="e034bfba-bc31-4476-bf06-cfa524cc5850" providerId="ADAL" clId="{F72CCA2F-B414-407E-9A84-6D20A725DB43}" dt="2025-04-10T18:30:00.035" v="430"/>
        <pc:sldMkLst>
          <pc:docMk/>
          <pc:sldMk cId="2039930996" sldId="394"/>
        </pc:sldMkLst>
      </pc:sldChg>
      <pc:sldChg chg="add">
        <pc:chgData name="Ellie Fuller" userId="e034bfba-bc31-4476-bf06-cfa524cc5850" providerId="ADAL" clId="{F72CCA2F-B414-407E-9A84-6D20A725DB43}" dt="2025-04-10T18:30:00.035" v="430"/>
        <pc:sldMkLst>
          <pc:docMk/>
          <pc:sldMk cId="1265390394" sldId="395"/>
        </pc:sldMkLst>
      </pc:sldChg>
      <pc:sldChg chg="add">
        <pc:chgData name="Ellie Fuller" userId="e034bfba-bc31-4476-bf06-cfa524cc5850" providerId="ADAL" clId="{F72CCA2F-B414-407E-9A84-6D20A725DB43}" dt="2025-04-10T18:30:00.035" v="430"/>
        <pc:sldMkLst>
          <pc:docMk/>
          <pc:sldMk cId="961924236" sldId="396"/>
        </pc:sldMkLst>
      </pc:sldChg>
      <pc:sldChg chg="add">
        <pc:chgData name="Ellie Fuller" userId="e034bfba-bc31-4476-bf06-cfa524cc5850" providerId="ADAL" clId="{F72CCA2F-B414-407E-9A84-6D20A725DB43}" dt="2025-04-10T18:30:00.035" v="430"/>
        <pc:sldMkLst>
          <pc:docMk/>
          <pc:sldMk cId="141798602" sldId="397"/>
        </pc:sldMkLst>
      </pc:sldChg>
      <pc:sldChg chg="add">
        <pc:chgData name="Ellie Fuller" userId="e034bfba-bc31-4476-bf06-cfa524cc5850" providerId="ADAL" clId="{F72CCA2F-B414-407E-9A84-6D20A725DB43}" dt="2025-04-10T18:30:00.035" v="430"/>
        <pc:sldMkLst>
          <pc:docMk/>
          <pc:sldMk cId="1630798348" sldId="398"/>
        </pc:sldMkLst>
      </pc:sldChg>
      <pc:sldChg chg="add">
        <pc:chgData name="Ellie Fuller" userId="e034bfba-bc31-4476-bf06-cfa524cc5850" providerId="ADAL" clId="{F72CCA2F-B414-407E-9A84-6D20A725DB43}" dt="2025-04-10T18:30:00.035" v="430"/>
        <pc:sldMkLst>
          <pc:docMk/>
          <pc:sldMk cId="4070254271" sldId="399"/>
        </pc:sldMkLst>
      </pc:sldChg>
      <pc:sldChg chg="add">
        <pc:chgData name="Ellie Fuller" userId="e034bfba-bc31-4476-bf06-cfa524cc5850" providerId="ADAL" clId="{F72CCA2F-B414-407E-9A84-6D20A725DB43}" dt="2025-04-10T18:30:00.035" v="430"/>
        <pc:sldMkLst>
          <pc:docMk/>
          <pc:sldMk cId="1471536912" sldId="400"/>
        </pc:sldMkLst>
      </pc:sldChg>
      <pc:sldChg chg="add">
        <pc:chgData name="Ellie Fuller" userId="e034bfba-bc31-4476-bf06-cfa524cc5850" providerId="ADAL" clId="{F72CCA2F-B414-407E-9A84-6D20A725DB43}" dt="2025-04-10T18:30:00.035" v="430"/>
        <pc:sldMkLst>
          <pc:docMk/>
          <pc:sldMk cId="3614873116" sldId="401"/>
        </pc:sldMkLst>
      </pc:sldChg>
      <pc:sldChg chg="add">
        <pc:chgData name="Ellie Fuller" userId="e034bfba-bc31-4476-bf06-cfa524cc5850" providerId="ADAL" clId="{F72CCA2F-B414-407E-9A84-6D20A725DB43}" dt="2025-04-10T18:30:00.035" v="430"/>
        <pc:sldMkLst>
          <pc:docMk/>
          <pc:sldMk cId="2561600083" sldId="402"/>
        </pc:sldMkLst>
      </pc:sldChg>
      <pc:sldChg chg="add">
        <pc:chgData name="Ellie Fuller" userId="e034bfba-bc31-4476-bf06-cfa524cc5850" providerId="ADAL" clId="{F72CCA2F-B414-407E-9A84-6D20A725DB43}" dt="2025-04-10T18:30:00.035" v="430"/>
        <pc:sldMkLst>
          <pc:docMk/>
          <pc:sldMk cId="2039944107" sldId="403"/>
        </pc:sldMkLst>
      </pc:sldChg>
      <pc:sldChg chg="add">
        <pc:chgData name="Ellie Fuller" userId="e034bfba-bc31-4476-bf06-cfa524cc5850" providerId="ADAL" clId="{F72CCA2F-B414-407E-9A84-6D20A725DB43}" dt="2025-04-10T18:30:00.035" v="430"/>
        <pc:sldMkLst>
          <pc:docMk/>
          <pc:sldMk cId="2765882878" sldId="404"/>
        </pc:sldMkLst>
      </pc:sldChg>
      <pc:sldChg chg="add">
        <pc:chgData name="Ellie Fuller" userId="e034bfba-bc31-4476-bf06-cfa524cc5850" providerId="ADAL" clId="{F72CCA2F-B414-407E-9A84-6D20A725DB43}" dt="2025-04-10T18:30:00.035" v="430"/>
        <pc:sldMkLst>
          <pc:docMk/>
          <pc:sldMk cId="3707313011" sldId="405"/>
        </pc:sldMkLst>
      </pc:sldChg>
      <pc:sldChg chg="add">
        <pc:chgData name="Ellie Fuller" userId="e034bfba-bc31-4476-bf06-cfa524cc5850" providerId="ADAL" clId="{F72CCA2F-B414-407E-9A84-6D20A725DB43}" dt="2025-04-10T18:30:00.035" v="430"/>
        <pc:sldMkLst>
          <pc:docMk/>
          <pc:sldMk cId="2229296714" sldId="406"/>
        </pc:sldMkLst>
      </pc:sldChg>
      <pc:sldChg chg="add">
        <pc:chgData name="Ellie Fuller" userId="e034bfba-bc31-4476-bf06-cfa524cc5850" providerId="ADAL" clId="{F72CCA2F-B414-407E-9A84-6D20A725DB43}" dt="2025-04-10T18:30:00.035" v="430"/>
        <pc:sldMkLst>
          <pc:docMk/>
          <pc:sldMk cId="774613248" sldId="407"/>
        </pc:sldMkLst>
      </pc:sldChg>
      <pc:sldChg chg="add">
        <pc:chgData name="Ellie Fuller" userId="e034bfba-bc31-4476-bf06-cfa524cc5850" providerId="ADAL" clId="{F72CCA2F-B414-407E-9A84-6D20A725DB43}" dt="2025-04-10T18:30:00.035" v="430"/>
        <pc:sldMkLst>
          <pc:docMk/>
          <pc:sldMk cId="2329815625" sldId="408"/>
        </pc:sldMkLst>
      </pc:sldChg>
      <pc:sldChg chg="add">
        <pc:chgData name="Ellie Fuller" userId="e034bfba-bc31-4476-bf06-cfa524cc5850" providerId="ADAL" clId="{F72CCA2F-B414-407E-9A84-6D20A725DB43}" dt="2025-04-10T18:30:00.035" v="430"/>
        <pc:sldMkLst>
          <pc:docMk/>
          <pc:sldMk cId="1484628661" sldId="409"/>
        </pc:sldMkLst>
      </pc:sldChg>
      <pc:sldChg chg="add">
        <pc:chgData name="Ellie Fuller" userId="e034bfba-bc31-4476-bf06-cfa524cc5850" providerId="ADAL" clId="{F72CCA2F-B414-407E-9A84-6D20A725DB43}" dt="2025-04-10T18:30:00.035" v="430"/>
        <pc:sldMkLst>
          <pc:docMk/>
          <pc:sldMk cId="2195428858" sldId="410"/>
        </pc:sldMkLst>
      </pc:sldChg>
      <pc:sldChg chg="add">
        <pc:chgData name="Ellie Fuller" userId="e034bfba-bc31-4476-bf06-cfa524cc5850" providerId="ADAL" clId="{F72CCA2F-B414-407E-9A84-6D20A725DB43}" dt="2025-04-10T18:30:00.035" v="430"/>
        <pc:sldMkLst>
          <pc:docMk/>
          <pc:sldMk cId="2666061798" sldId="411"/>
        </pc:sldMkLst>
      </pc:sldChg>
      <pc:sldChg chg="add">
        <pc:chgData name="Ellie Fuller" userId="e034bfba-bc31-4476-bf06-cfa524cc5850" providerId="ADAL" clId="{F72CCA2F-B414-407E-9A84-6D20A725DB43}" dt="2025-04-10T18:30:00.035" v="430"/>
        <pc:sldMkLst>
          <pc:docMk/>
          <pc:sldMk cId="932642" sldId="412"/>
        </pc:sldMkLst>
      </pc:sldChg>
      <pc:sldChg chg="add">
        <pc:chgData name="Ellie Fuller" userId="e034bfba-bc31-4476-bf06-cfa524cc5850" providerId="ADAL" clId="{F72CCA2F-B414-407E-9A84-6D20A725DB43}" dt="2025-04-10T18:30:00.035" v="430"/>
        <pc:sldMkLst>
          <pc:docMk/>
          <pc:sldMk cId="4134623622" sldId="413"/>
        </pc:sldMkLst>
      </pc:sldChg>
      <pc:sldChg chg="add">
        <pc:chgData name="Ellie Fuller" userId="e034bfba-bc31-4476-bf06-cfa524cc5850" providerId="ADAL" clId="{F72CCA2F-B414-407E-9A84-6D20A725DB43}" dt="2025-04-10T18:30:00.035" v="430"/>
        <pc:sldMkLst>
          <pc:docMk/>
          <pc:sldMk cId="1096115656" sldId="414"/>
        </pc:sldMkLst>
      </pc:sldChg>
      <pc:sldChg chg="add">
        <pc:chgData name="Ellie Fuller" userId="e034bfba-bc31-4476-bf06-cfa524cc5850" providerId="ADAL" clId="{F72CCA2F-B414-407E-9A84-6D20A725DB43}" dt="2025-04-10T18:30:00.035" v="430"/>
        <pc:sldMkLst>
          <pc:docMk/>
          <pc:sldMk cId="4247482023" sldId="415"/>
        </pc:sldMkLst>
      </pc:sldChg>
    </pc:docChg>
  </pc:docChgLst>
  <pc:docChgLst>
    <pc:chgData name="Ellie Fuller" userId="e034bfba-bc31-4476-bf06-cfa524cc5850" providerId="ADAL" clId="{F58F03BF-5F93-4752-8281-52F4E644A23C}"/>
    <pc:docChg chg="undo custSel addSld modSld sldOrd">
      <pc:chgData name="Ellie Fuller" userId="e034bfba-bc31-4476-bf06-cfa524cc5850" providerId="ADAL" clId="{F58F03BF-5F93-4752-8281-52F4E644A23C}" dt="2024-04-01T12:29:19.479" v="208" actId="729"/>
      <pc:docMkLst>
        <pc:docMk/>
      </pc:docMkLst>
      <pc:sldChg chg="addSp modSp mod setBg modNotesTx">
        <pc:chgData name="Ellie Fuller" userId="e034bfba-bc31-4476-bf06-cfa524cc5850" providerId="ADAL" clId="{F58F03BF-5F93-4752-8281-52F4E644A23C}" dt="2024-03-28T12:43:03.607" v="50" actId="26606"/>
        <pc:sldMkLst>
          <pc:docMk/>
          <pc:sldMk cId="498197516" sldId="256"/>
        </pc:sldMkLst>
        <pc:spChg chg="mod">
          <ac:chgData name="Ellie Fuller" userId="e034bfba-bc31-4476-bf06-cfa524cc5850" providerId="ADAL" clId="{F58F03BF-5F93-4752-8281-52F4E644A23C}" dt="2024-03-28T12:43:03.607" v="50" actId="26606"/>
          <ac:spMkLst>
            <pc:docMk/>
            <pc:sldMk cId="498197516" sldId="256"/>
            <ac:spMk id="2" creationId="{1480FDEF-4716-D426-B59E-2563C84F4FE0}"/>
          </ac:spMkLst>
        </pc:spChg>
        <pc:spChg chg="mod">
          <ac:chgData name="Ellie Fuller" userId="e034bfba-bc31-4476-bf06-cfa524cc5850" providerId="ADAL" clId="{F58F03BF-5F93-4752-8281-52F4E644A23C}" dt="2024-03-28T12:43:03.607" v="50" actId="26606"/>
          <ac:spMkLst>
            <pc:docMk/>
            <pc:sldMk cId="498197516" sldId="256"/>
            <ac:spMk id="3" creationId="{D85D6BFE-AD3C-4C63-80C6-A864A57A10A8}"/>
          </ac:spMkLst>
        </pc:spChg>
        <pc:spChg chg="add">
          <ac:chgData name="Ellie Fuller" userId="e034bfba-bc31-4476-bf06-cfa524cc5850" providerId="ADAL" clId="{F58F03BF-5F93-4752-8281-52F4E644A23C}" dt="2024-03-28T12:43:03.607" v="50" actId="26606"/>
          <ac:spMkLst>
            <pc:docMk/>
            <pc:sldMk cId="498197516" sldId="256"/>
            <ac:spMk id="8" creationId="{9AD6ADEC-B874-4DE0-9EAB-EDDECFA1473C}"/>
          </ac:spMkLst>
        </pc:spChg>
        <pc:spChg chg="add">
          <ac:chgData name="Ellie Fuller" userId="e034bfba-bc31-4476-bf06-cfa524cc5850" providerId="ADAL" clId="{F58F03BF-5F93-4752-8281-52F4E644A23C}" dt="2024-03-28T12:43:03.607" v="50" actId="26606"/>
          <ac:spMkLst>
            <pc:docMk/>
            <pc:sldMk cId="498197516" sldId="256"/>
            <ac:spMk id="10" creationId="{E7D41CD8-1ED9-4721-9DE4-38FB8A3233FD}"/>
          </ac:spMkLst>
        </pc:spChg>
      </pc:sldChg>
      <pc:sldChg chg="modSp mod setBg">
        <pc:chgData name="Ellie Fuller" userId="e034bfba-bc31-4476-bf06-cfa524cc5850" providerId="ADAL" clId="{F58F03BF-5F93-4752-8281-52F4E644A23C}" dt="2024-03-28T12:40:37.301" v="20" actId="26606"/>
        <pc:sldMkLst>
          <pc:docMk/>
          <pc:sldMk cId="4016437200" sldId="257"/>
        </pc:sldMkLst>
        <pc:picChg chg="mod">
          <ac:chgData name="Ellie Fuller" userId="e034bfba-bc31-4476-bf06-cfa524cc5850" providerId="ADAL" clId="{F58F03BF-5F93-4752-8281-52F4E644A23C}" dt="2024-03-28T12:40:37.301" v="20" actId="26606"/>
          <ac:picMkLst>
            <pc:docMk/>
            <pc:sldMk cId="4016437200" sldId="257"/>
            <ac:picMk id="5" creationId="{214F8164-4EC9-5A2E-C666-54E45F3B9303}"/>
          </ac:picMkLst>
        </pc:picChg>
      </pc:sldChg>
      <pc:sldChg chg="modSp mod setBg">
        <pc:chgData name="Ellie Fuller" userId="e034bfba-bc31-4476-bf06-cfa524cc5850" providerId="ADAL" clId="{F58F03BF-5F93-4752-8281-52F4E644A23C}" dt="2024-03-28T12:40:40.403" v="21" actId="26606"/>
        <pc:sldMkLst>
          <pc:docMk/>
          <pc:sldMk cId="4275787164" sldId="258"/>
        </pc:sldMkLst>
        <pc:picChg chg="mod">
          <ac:chgData name="Ellie Fuller" userId="e034bfba-bc31-4476-bf06-cfa524cc5850" providerId="ADAL" clId="{F58F03BF-5F93-4752-8281-52F4E644A23C}" dt="2024-03-28T12:40:40.403" v="21" actId="26606"/>
          <ac:picMkLst>
            <pc:docMk/>
            <pc:sldMk cId="4275787164" sldId="258"/>
            <ac:picMk id="3" creationId="{644B0095-CC9D-B253-12BA-6F4CE3321716}"/>
          </ac:picMkLst>
        </pc:picChg>
      </pc:sldChg>
      <pc:sldChg chg="modSp mod setBg">
        <pc:chgData name="Ellie Fuller" userId="e034bfba-bc31-4476-bf06-cfa524cc5850" providerId="ADAL" clId="{F58F03BF-5F93-4752-8281-52F4E644A23C}" dt="2024-03-28T12:40:43.575" v="22" actId="26606"/>
        <pc:sldMkLst>
          <pc:docMk/>
          <pc:sldMk cId="3051990193" sldId="259"/>
        </pc:sldMkLst>
        <pc:picChg chg="mod">
          <ac:chgData name="Ellie Fuller" userId="e034bfba-bc31-4476-bf06-cfa524cc5850" providerId="ADAL" clId="{F58F03BF-5F93-4752-8281-52F4E644A23C}" dt="2024-03-28T12:40:43.575" v="22" actId="26606"/>
          <ac:picMkLst>
            <pc:docMk/>
            <pc:sldMk cId="3051990193" sldId="259"/>
            <ac:picMk id="3" creationId="{8E1AFF1A-00B6-9ED3-73E6-9A5B7EBE7995}"/>
          </ac:picMkLst>
        </pc:picChg>
      </pc:sldChg>
      <pc:sldChg chg="addSp modSp mod setBg">
        <pc:chgData name="Ellie Fuller" userId="e034bfba-bc31-4476-bf06-cfa524cc5850" providerId="ADAL" clId="{F58F03BF-5F93-4752-8281-52F4E644A23C}" dt="2024-03-28T12:40:53.648" v="23" actId="26606"/>
        <pc:sldMkLst>
          <pc:docMk/>
          <pc:sldMk cId="1286928035" sldId="260"/>
        </pc:sldMkLst>
        <pc:spChg chg="mod">
          <ac:chgData name="Ellie Fuller" userId="e034bfba-bc31-4476-bf06-cfa524cc5850" providerId="ADAL" clId="{F58F03BF-5F93-4752-8281-52F4E644A23C}" dt="2024-03-28T12:40:53.648" v="23" actId="26606"/>
          <ac:spMkLst>
            <pc:docMk/>
            <pc:sldMk cId="1286928035" sldId="260"/>
            <ac:spMk id="2" creationId="{04A39884-49D5-101B-3B28-C5DB7D9F27C7}"/>
          </ac:spMkLst>
        </pc:spChg>
        <pc:spChg chg="mod">
          <ac:chgData name="Ellie Fuller" userId="e034bfba-bc31-4476-bf06-cfa524cc5850" providerId="ADAL" clId="{F58F03BF-5F93-4752-8281-52F4E644A23C}" dt="2024-03-28T12:40:53.648" v="23" actId="26606"/>
          <ac:spMkLst>
            <pc:docMk/>
            <pc:sldMk cId="1286928035" sldId="260"/>
            <ac:spMk id="3" creationId="{E5FDB45A-D77C-660E-1304-5628516058E1}"/>
          </ac:spMkLst>
        </pc:spChg>
        <pc:spChg chg="add">
          <ac:chgData name="Ellie Fuller" userId="e034bfba-bc31-4476-bf06-cfa524cc5850" providerId="ADAL" clId="{F58F03BF-5F93-4752-8281-52F4E644A23C}" dt="2024-03-28T12:40:53.648" v="23" actId="26606"/>
          <ac:spMkLst>
            <pc:docMk/>
            <pc:sldMk cId="1286928035" sldId="260"/>
            <ac:spMk id="9" creationId="{B210AC1D-4063-4C6E-9528-FA9C4C0C18E6}"/>
          </ac:spMkLst>
        </pc:spChg>
        <pc:spChg chg="add">
          <ac:chgData name="Ellie Fuller" userId="e034bfba-bc31-4476-bf06-cfa524cc5850" providerId="ADAL" clId="{F58F03BF-5F93-4752-8281-52F4E644A23C}" dt="2024-03-28T12:40:53.648" v="23" actId="26606"/>
          <ac:spMkLst>
            <pc:docMk/>
            <pc:sldMk cId="1286928035" sldId="260"/>
            <ac:spMk id="11" creationId="{02F8C595-E68C-4306-AED8-DC7826A0A506}"/>
          </ac:spMkLst>
        </pc:spChg>
        <pc:picChg chg="add">
          <ac:chgData name="Ellie Fuller" userId="e034bfba-bc31-4476-bf06-cfa524cc5850" providerId="ADAL" clId="{F58F03BF-5F93-4752-8281-52F4E644A23C}" dt="2024-03-28T12:40:53.648" v="23" actId="26606"/>
          <ac:picMkLst>
            <pc:docMk/>
            <pc:sldMk cId="1286928035" sldId="260"/>
            <ac:picMk id="5" creationId="{4DA9A17B-0369-3B33-F453-C78CF54E2A5A}"/>
          </ac:picMkLst>
        </pc:picChg>
      </pc:sldChg>
      <pc:sldChg chg="addSp modSp mod setBg">
        <pc:chgData name="Ellie Fuller" userId="e034bfba-bc31-4476-bf06-cfa524cc5850" providerId="ADAL" clId="{F58F03BF-5F93-4752-8281-52F4E644A23C}" dt="2024-03-28T12:40:57.396" v="24" actId="26606"/>
        <pc:sldMkLst>
          <pc:docMk/>
          <pc:sldMk cId="2265208113" sldId="261"/>
        </pc:sldMkLst>
        <pc:spChg chg="mod">
          <ac:chgData name="Ellie Fuller" userId="e034bfba-bc31-4476-bf06-cfa524cc5850" providerId="ADAL" clId="{F58F03BF-5F93-4752-8281-52F4E644A23C}" dt="2024-03-28T12:40:57.396" v="24" actId="26606"/>
          <ac:spMkLst>
            <pc:docMk/>
            <pc:sldMk cId="2265208113" sldId="261"/>
            <ac:spMk id="2" creationId="{04A39884-49D5-101B-3B28-C5DB7D9F27C7}"/>
          </ac:spMkLst>
        </pc:spChg>
        <pc:spChg chg="mod">
          <ac:chgData name="Ellie Fuller" userId="e034bfba-bc31-4476-bf06-cfa524cc5850" providerId="ADAL" clId="{F58F03BF-5F93-4752-8281-52F4E644A23C}" dt="2024-03-28T12:40:57.396" v="24" actId="26606"/>
          <ac:spMkLst>
            <pc:docMk/>
            <pc:sldMk cId="2265208113" sldId="261"/>
            <ac:spMk id="3" creationId="{E5FDB45A-D77C-660E-1304-5628516058E1}"/>
          </ac:spMkLst>
        </pc:spChg>
        <pc:spChg chg="add">
          <ac:chgData name="Ellie Fuller" userId="e034bfba-bc31-4476-bf06-cfa524cc5850" providerId="ADAL" clId="{F58F03BF-5F93-4752-8281-52F4E644A23C}" dt="2024-03-28T12:40:57.396" v="24" actId="26606"/>
          <ac:spMkLst>
            <pc:docMk/>
            <pc:sldMk cId="2265208113" sldId="261"/>
            <ac:spMk id="9" creationId="{B210AC1D-4063-4C6E-9528-FA9C4C0C18E6}"/>
          </ac:spMkLst>
        </pc:spChg>
        <pc:spChg chg="add">
          <ac:chgData name="Ellie Fuller" userId="e034bfba-bc31-4476-bf06-cfa524cc5850" providerId="ADAL" clId="{F58F03BF-5F93-4752-8281-52F4E644A23C}" dt="2024-03-28T12:40:57.396" v="24" actId="26606"/>
          <ac:spMkLst>
            <pc:docMk/>
            <pc:sldMk cId="2265208113" sldId="261"/>
            <ac:spMk id="11" creationId="{02F8C595-E68C-4306-AED8-DC7826A0A506}"/>
          </ac:spMkLst>
        </pc:spChg>
        <pc:picChg chg="add">
          <ac:chgData name="Ellie Fuller" userId="e034bfba-bc31-4476-bf06-cfa524cc5850" providerId="ADAL" clId="{F58F03BF-5F93-4752-8281-52F4E644A23C}" dt="2024-03-28T12:40:57.396" v="24" actId="26606"/>
          <ac:picMkLst>
            <pc:docMk/>
            <pc:sldMk cId="2265208113" sldId="261"/>
            <ac:picMk id="5" creationId="{15BDB26B-54B0-DCAA-F158-8A0515E01949}"/>
          </ac:picMkLst>
        </pc:picChg>
      </pc:sldChg>
      <pc:sldChg chg="mod modShow">
        <pc:chgData name="Ellie Fuller" userId="e034bfba-bc31-4476-bf06-cfa524cc5850" providerId="ADAL" clId="{F58F03BF-5F93-4752-8281-52F4E644A23C}" dt="2024-04-01T12:21:44.722" v="124" actId="729"/>
        <pc:sldMkLst>
          <pc:docMk/>
          <pc:sldMk cId="1234989293" sldId="262"/>
        </pc:sldMkLst>
      </pc:sldChg>
      <pc:sldChg chg="addSp modSp mod setBg">
        <pc:chgData name="Ellie Fuller" userId="e034bfba-bc31-4476-bf06-cfa524cc5850" providerId="ADAL" clId="{F58F03BF-5F93-4752-8281-52F4E644A23C}" dt="2024-04-01T12:23:23.455" v="195" actId="27636"/>
        <pc:sldMkLst>
          <pc:docMk/>
          <pc:sldMk cId="1861396211" sldId="263"/>
        </pc:sldMkLst>
        <pc:spChg chg="mod">
          <ac:chgData name="Ellie Fuller" userId="e034bfba-bc31-4476-bf06-cfa524cc5850" providerId="ADAL" clId="{F58F03BF-5F93-4752-8281-52F4E644A23C}" dt="2024-04-01T12:23:23.455" v="195" actId="27636"/>
          <ac:spMkLst>
            <pc:docMk/>
            <pc:sldMk cId="1861396211" sldId="263"/>
            <ac:spMk id="5" creationId="{83A123DF-CA93-7143-E459-51B2420A5AD4}"/>
          </ac:spMkLst>
        </pc:spChg>
        <pc:spChg chg="add">
          <ac:chgData name="Ellie Fuller" userId="e034bfba-bc31-4476-bf06-cfa524cc5850" providerId="ADAL" clId="{F58F03BF-5F93-4752-8281-52F4E644A23C}" dt="2024-03-28T12:41:04.617" v="25" actId="26606"/>
          <ac:spMkLst>
            <pc:docMk/>
            <pc:sldMk cId="1861396211" sldId="263"/>
            <ac:spMk id="10" creationId="{5F637E18-EF26-4327-9077-7FFC67B98B96}"/>
          </ac:spMkLst>
        </pc:spChg>
        <pc:spChg chg="add">
          <ac:chgData name="Ellie Fuller" userId="e034bfba-bc31-4476-bf06-cfa524cc5850" providerId="ADAL" clId="{F58F03BF-5F93-4752-8281-52F4E644A23C}" dt="2024-03-28T12:41:04.617" v="25" actId="26606"/>
          <ac:spMkLst>
            <pc:docMk/>
            <pc:sldMk cId="1861396211" sldId="263"/>
            <ac:spMk id="12" creationId="{3EED6667-6BE8-A2AB-422A-5A1D89727E35}"/>
          </ac:spMkLst>
        </pc:spChg>
        <pc:graphicFrameChg chg="mod ord modGraphic">
          <ac:chgData name="Ellie Fuller" userId="e034bfba-bc31-4476-bf06-cfa524cc5850" providerId="ADAL" clId="{F58F03BF-5F93-4752-8281-52F4E644A23C}" dt="2024-03-28T12:41:04.617" v="25" actId="26606"/>
          <ac:graphicFrameMkLst>
            <pc:docMk/>
            <pc:sldMk cId="1861396211" sldId="263"/>
            <ac:graphicFrameMk id="2" creationId="{BCC16EED-87A9-A2DD-2989-CDD9C772EE27}"/>
          </ac:graphicFrameMkLst>
        </pc:graphicFrameChg>
      </pc:sldChg>
      <pc:sldChg chg="addSp modSp mod setBg">
        <pc:chgData name="Ellie Fuller" userId="e034bfba-bc31-4476-bf06-cfa524cc5850" providerId="ADAL" clId="{F58F03BF-5F93-4752-8281-52F4E644A23C}" dt="2024-04-01T12:23:35.223" v="200" actId="27636"/>
        <pc:sldMkLst>
          <pc:docMk/>
          <pc:sldMk cId="4127792517" sldId="264"/>
        </pc:sldMkLst>
        <pc:spChg chg="mod">
          <ac:chgData name="Ellie Fuller" userId="e034bfba-bc31-4476-bf06-cfa524cc5850" providerId="ADAL" clId="{F58F03BF-5F93-4752-8281-52F4E644A23C}" dt="2024-04-01T12:23:35.223" v="200" actId="27636"/>
          <ac:spMkLst>
            <pc:docMk/>
            <pc:sldMk cId="4127792517" sldId="264"/>
            <ac:spMk id="5" creationId="{83A123DF-CA93-7143-E459-51B2420A5AD4}"/>
          </ac:spMkLst>
        </pc:spChg>
        <pc:spChg chg="add">
          <ac:chgData name="Ellie Fuller" userId="e034bfba-bc31-4476-bf06-cfa524cc5850" providerId="ADAL" clId="{F58F03BF-5F93-4752-8281-52F4E644A23C}" dt="2024-03-28T12:41:08.012" v="26" actId="26606"/>
          <ac:spMkLst>
            <pc:docMk/>
            <pc:sldMk cId="4127792517" sldId="264"/>
            <ac:spMk id="10" creationId="{5F637E18-EF26-4327-9077-7FFC67B98B96}"/>
          </ac:spMkLst>
        </pc:spChg>
        <pc:spChg chg="add">
          <ac:chgData name="Ellie Fuller" userId="e034bfba-bc31-4476-bf06-cfa524cc5850" providerId="ADAL" clId="{F58F03BF-5F93-4752-8281-52F4E644A23C}" dt="2024-03-28T12:41:08.012" v="26" actId="26606"/>
          <ac:spMkLst>
            <pc:docMk/>
            <pc:sldMk cId="4127792517" sldId="264"/>
            <ac:spMk id="12" creationId="{3EED6667-6BE8-A2AB-422A-5A1D89727E35}"/>
          </ac:spMkLst>
        </pc:spChg>
        <pc:graphicFrameChg chg="mod ord modGraphic">
          <ac:chgData name="Ellie Fuller" userId="e034bfba-bc31-4476-bf06-cfa524cc5850" providerId="ADAL" clId="{F58F03BF-5F93-4752-8281-52F4E644A23C}" dt="2024-03-28T12:41:08.012" v="26" actId="26606"/>
          <ac:graphicFrameMkLst>
            <pc:docMk/>
            <pc:sldMk cId="4127792517" sldId="264"/>
            <ac:graphicFrameMk id="2" creationId="{BCC16EED-87A9-A2DD-2989-CDD9C772EE27}"/>
          </ac:graphicFrameMkLst>
        </pc:graphicFrameChg>
      </pc:sldChg>
      <pc:sldChg chg="mod modShow">
        <pc:chgData name="Ellie Fuller" userId="e034bfba-bc31-4476-bf06-cfa524cc5850" providerId="ADAL" clId="{F58F03BF-5F93-4752-8281-52F4E644A23C}" dt="2024-04-01T12:24:06.504" v="201" actId="729"/>
        <pc:sldMkLst>
          <pc:docMk/>
          <pc:sldMk cId="938158568" sldId="265"/>
        </pc:sldMkLst>
      </pc:sldChg>
      <pc:sldChg chg="addSp delSp modSp mod setBg">
        <pc:chgData name="Ellie Fuller" userId="e034bfba-bc31-4476-bf06-cfa524cc5850" providerId="ADAL" clId="{F58F03BF-5F93-4752-8281-52F4E644A23C}" dt="2024-03-28T12:41:40.983" v="34" actId="14100"/>
        <pc:sldMkLst>
          <pc:docMk/>
          <pc:sldMk cId="2726334450" sldId="266"/>
        </pc:sldMkLst>
        <pc:spChg chg="mod">
          <ac:chgData name="Ellie Fuller" userId="e034bfba-bc31-4476-bf06-cfa524cc5850" providerId="ADAL" clId="{F58F03BF-5F93-4752-8281-52F4E644A23C}" dt="2024-03-28T12:41:33.104" v="31" actId="26606"/>
          <ac:spMkLst>
            <pc:docMk/>
            <pc:sldMk cId="2726334450" sldId="266"/>
            <ac:spMk id="2" creationId="{B8357722-CBF7-0836-B518-69A348D240B8}"/>
          </ac:spMkLst>
        </pc:spChg>
        <pc:spChg chg="mod">
          <ac:chgData name="Ellie Fuller" userId="e034bfba-bc31-4476-bf06-cfa524cc5850" providerId="ADAL" clId="{F58F03BF-5F93-4752-8281-52F4E644A23C}" dt="2024-03-28T12:41:40.983" v="34" actId="14100"/>
          <ac:spMkLst>
            <pc:docMk/>
            <pc:sldMk cId="2726334450" sldId="266"/>
            <ac:spMk id="3" creationId="{D63CDF78-A365-9FDC-9E35-B8BB38F2A2F1}"/>
          </ac:spMkLst>
        </pc:spChg>
        <pc:spChg chg="add del">
          <ac:chgData name="Ellie Fuller" userId="e034bfba-bc31-4476-bf06-cfa524cc5850" providerId="ADAL" clId="{F58F03BF-5F93-4752-8281-52F4E644A23C}" dt="2024-03-28T12:41:31.828" v="28" actId="26606"/>
          <ac:spMkLst>
            <pc:docMk/>
            <pc:sldMk cId="2726334450" sldId="266"/>
            <ac:spMk id="8" creationId="{FF94087D-5ED6-4AF0-86E3-306941D95E6E}"/>
          </ac:spMkLst>
        </pc:spChg>
        <pc:spChg chg="add del">
          <ac:chgData name="Ellie Fuller" userId="e034bfba-bc31-4476-bf06-cfa524cc5850" providerId="ADAL" clId="{F58F03BF-5F93-4752-8281-52F4E644A23C}" dt="2024-03-28T12:41:31.828" v="28" actId="26606"/>
          <ac:spMkLst>
            <pc:docMk/>
            <pc:sldMk cId="2726334450" sldId="266"/>
            <ac:spMk id="10" creationId="{94457FD7-1B48-485E-863C-CEF6CB9F172A}"/>
          </ac:spMkLst>
        </pc:spChg>
        <pc:spChg chg="add del">
          <ac:chgData name="Ellie Fuller" userId="e034bfba-bc31-4476-bf06-cfa524cc5850" providerId="ADAL" clId="{F58F03BF-5F93-4752-8281-52F4E644A23C}" dt="2024-03-28T12:41:31.828" v="28" actId="26606"/>
          <ac:spMkLst>
            <pc:docMk/>
            <pc:sldMk cId="2726334450" sldId="266"/>
            <ac:spMk id="12" creationId="{BD3B9541-007D-40EC-AD1F-635901243706}"/>
          </ac:spMkLst>
        </pc:spChg>
        <pc:spChg chg="add del">
          <ac:chgData name="Ellie Fuller" userId="e034bfba-bc31-4476-bf06-cfa524cc5850" providerId="ADAL" clId="{F58F03BF-5F93-4752-8281-52F4E644A23C}" dt="2024-03-28T12:41:33.100" v="30" actId="26606"/>
          <ac:spMkLst>
            <pc:docMk/>
            <pc:sldMk cId="2726334450" sldId="266"/>
            <ac:spMk id="14" creationId="{FB62F605-0D29-07F8-F642-DD2626C788A0}"/>
          </ac:spMkLst>
        </pc:spChg>
        <pc:spChg chg="add del">
          <ac:chgData name="Ellie Fuller" userId="e034bfba-bc31-4476-bf06-cfa524cc5850" providerId="ADAL" clId="{F58F03BF-5F93-4752-8281-52F4E644A23C}" dt="2024-03-28T12:41:33.100" v="30" actId="26606"/>
          <ac:spMkLst>
            <pc:docMk/>
            <pc:sldMk cId="2726334450" sldId="266"/>
            <ac:spMk id="15" creationId="{4C22F3F7-C4F6-C120-9D45-79509746AC12}"/>
          </ac:spMkLst>
        </pc:spChg>
        <pc:spChg chg="add">
          <ac:chgData name="Ellie Fuller" userId="e034bfba-bc31-4476-bf06-cfa524cc5850" providerId="ADAL" clId="{F58F03BF-5F93-4752-8281-52F4E644A23C}" dt="2024-03-28T12:41:33.104" v="31" actId="26606"/>
          <ac:spMkLst>
            <pc:docMk/>
            <pc:sldMk cId="2726334450" sldId="266"/>
            <ac:spMk id="17" creationId="{EEBFA4C8-C301-60A7-C96E-E85360F5DFB4}"/>
          </ac:spMkLst>
        </pc:spChg>
      </pc:sldChg>
      <pc:sldChg chg="addSp modSp mod setBg">
        <pc:chgData name="Ellie Fuller" userId="e034bfba-bc31-4476-bf06-cfa524cc5850" providerId="ADAL" clId="{F58F03BF-5F93-4752-8281-52F4E644A23C}" dt="2024-03-28T12:41:46.550" v="35" actId="26606"/>
        <pc:sldMkLst>
          <pc:docMk/>
          <pc:sldMk cId="2619509912" sldId="267"/>
        </pc:sldMkLst>
        <pc:spChg chg="mod">
          <ac:chgData name="Ellie Fuller" userId="e034bfba-bc31-4476-bf06-cfa524cc5850" providerId="ADAL" clId="{F58F03BF-5F93-4752-8281-52F4E644A23C}" dt="2024-03-28T12:41:46.550" v="35" actId="26606"/>
          <ac:spMkLst>
            <pc:docMk/>
            <pc:sldMk cId="2619509912" sldId="267"/>
            <ac:spMk id="2" creationId="{B8357722-CBF7-0836-B518-69A348D240B8}"/>
          </ac:spMkLst>
        </pc:spChg>
        <pc:spChg chg="mod">
          <ac:chgData name="Ellie Fuller" userId="e034bfba-bc31-4476-bf06-cfa524cc5850" providerId="ADAL" clId="{F58F03BF-5F93-4752-8281-52F4E644A23C}" dt="2024-03-28T12:41:46.550" v="35" actId="26606"/>
          <ac:spMkLst>
            <pc:docMk/>
            <pc:sldMk cId="2619509912" sldId="267"/>
            <ac:spMk id="3" creationId="{D63CDF78-A365-9FDC-9E35-B8BB38F2A2F1}"/>
          </ac:spMkLst>
        </pc:spChg>
        <pc:spChg chg="add">
          <ac:chgData name="Ellie Fuller" userId="e034bfba-bc31-4476-bf06-cfa524cc5850" providerId="ADAL" clId="{F58F03BF-5F93-4752-8281-52F4E644A23C}" dt="2024-03-28T12:41:46.550" v="35" actId="26606"/>
          <ac:spMkLst>
            <pc:docMk/>
            <pc:sldMk cId="2619509912" sldId="267"/>
            <ac:spMk id="8" creationId="{EEBFA4C8-C301-60A7-C96E-E85360F5DFB4}"/>
          </ac:spMkLst>
        </pc:spChg>
      </pc:sldChg>
      <pc:sldChg chg="mod modShow">
        <pc:chgData name="Ellie Fuller" userId="e034bfba-bc31-4476-bf06-cfa524cc5850" providerId="ADAL" clId="{F58F03BF-5F93-4752-8281-52F4E644A23C}" dt="2024-04-01T12:26:17.843" v="205" actId="729"/>
        <pc:sldMkLst>
          <pc:docMk/>
          <pc:sldMk cId="2388228463" sldId="268"/>
        </pc:sldMkLst>
      </pc:sldChg>
      <pc:sldChg chg="modSp mod setBg">
        <pc:chgData name="Ellie Fuller" userId="e034bfba-bc31-4476-bf06-cfa524cc5850" providerId="ADAL" clId="{F58F03BF-5F93-4752-8281-52F4E644A23C}" dt="2024-03-28T12:41:54.064" v="36" actId="26606"/>
        <pc:sldMkLst>
          <pc:docMk/>
          <pc:sldMk cId="3908981387" sldId="269"/>
        </pc:sldMkLst>
        <pc:picChg chg="mod">
          <ac:chgData name="Ellie Fuller" userId="e034bfba-bc31-4476-bf06-cfa524cc5850" providerId="ADAL" clId="{F58F03BF-5F93-4752-8281-52F4E644A23C}" dt="2024-03-28T12:41:54.064" v="36" actId="26606"/>
          <ac:picMkLst>
            <pc:docMk/>
            <pc:sldMk cId="3908981387" sldId="269"/>
            <ac:picMk id="3" creationId="{8AC2BE61-D51A-B256-3FCB-39DAE85E2EF3}"/>
          </ac:picMkLst>
        </pc:picChg>
      </pc:sldChg>
      <pc:sldChg chg="addSp modSp mod setBg">
        <pc:chgData name="Ellie Fuller" userId="e034bfba-bc31-4476-bf06-cfa524cc5850" providerId="ADAL" clId="{F58F03BF-5F93-4752-8281-52F4E644A23C}" dt="2024-03-28T12:41:57.625" v="37" actId="26606"/>
        <pc:sldMkLst>
          <pc:docMk/>
          <pc:sldMk cId="1114334666" sldId="270"/>
        </pc:sldMkLst>
        <pc:spChg chg="mod">
          <ac:chgData name="Ellie Fuller" userId="e034bfba-bc31-4476-bf06-cfa524cc5850" providerId="ADAL" clId="{F58F03BF-5F93-4752-8281-52F4E644A23C}" dt="2024-03-28T12:41:57.625" v="37" actId="26606"/>
          <ac:spMkLst>
            <pc:docMk/>
            <pc:sldMk cId="1114334666" sldId="270"/>
            <ac:spMk id="2" creationId="{F6456BD4-AD2A-F195-3052-7EAB8A8B4E23}"/>
          </ac:spMkLst>
        </pc:spChg>
        <pc:spChg chg="add">
          <ac:chgData name="Ellie Fuller" userId="e034bfba-bc31-4476-bf06-cfa524cc5850" providerId="ADAL" clId="{F58F03BF-5F93-4752-8281-52F4E644A23C}" dt="2024-03-28T12:41:57.625" v="37" actId="26606"/>
          <ac:spMkLst>
            <pc:docMk/>
            <pc:sldMk cId="1114334666" sldId="270"/>
            <ac:spMk id="9" creationId="{955A2079-FA98-4876-80F0-72364A7D2EA4}"/>
          </ac:spMkLst>
        </pc:spChg>
        <pc:graphicFrameChg chg="mod modGraphic">
          <ac:chgData name="Ellie Fuller" userId="e034bfba-bc31-4476-bf06-cfa524cc5850" providerId="ADAL" clId="{F58F03BF-5F93-4752-8281-52F4E644A23C}" dt="2024-03-28T12:41:57.625" v="37" actId="26606"/>
          <ac:graphicFrameMkLst>
            <pc:docMk/>
            <pc:sldMk cId="1114334666" sldId="270"/>
            <ac:graphicFrameMk id="4" creationId="{30E4C9CE-626A-7413-E1CE-C9C2C6EE7CFC}"/>
          </ac:graphicFrameMkLst>
        </pc:graphicFrameChg>
      </pc:sldChg>
      <pc:sldChg chg="addSp modSp mod setBg">
        <pc:chgData name="Ellie Fuller" userId="e034bfba-bc31-4476-bf06-cfa524cc5850" providerId="ADAL" clId="{F58F03BF-5F93-4752-8281-52F4E644A23C}" dt="2024-03-28T12:42:02.283" v="38" actId="26606"/>
        <pc:sldMkLst>
          <pc:docMk/>
          <pc:sldMk cId="3668846720" sldId="271"/>
        </pc:sldMkLst>
        <pc:spChg chg="mod">
          <ac:chgData name="Ellie Fuller" userId="e034bfba-bc31-4476-bf06-cfa524cc5850" providerId="ADAL" clId="{F58F03BF-5F93-4752-8281-52F4E644A23C}" dt="2024-03-28T12:42:02.283" v="38" actId="26606"/>
          <ac:spMkLst>
            <pc:docMk/>
            <pc:sldMk cId="3668846720" sldId="271"/>
            <ac:spMk id="2" creationId="{F6456BD4-AD2A-F195-3052-7EAB8A8B4E23}"/>
          </ac:spMkLst>
        </pc:spChg>
        <pc:spChg chg="add">
          <ac:chgData name="Ellie Fuller" userId="e034bfba-bc31-4476-bf06-cfa524cc5850" providerId="ADAL" clId="{F58F03BF-5F93-4752-8281-52F4E644A23C}" dt="2024-03-28T12:42:02.283" v="38" actId="26606"/>
          <ac:spMkLst>
            <pc:docMk/>
            <pc:sldMk cId="3668846720" sldId="271"/>
            <ac:spMk id="9" creationId="{955A2079-FA98-4876-80F0-72364A7D2EA4}"/>
          </ac:spMkLst>
        </pc:spChg>
        <pc:graphicFrameChg chg="mod modGraphic">
          <ac:chgData name="Ellie Fuller" userId="e034bfba-bc31-4476-bf06-cfa524cc5850" providerId="ADAL" clId="{F58F03BF-5F93-4752-8281-52F4E644A23C}" dt="2024-03-28T12:42:02.283" v="38" actId="26606"/>
          <ac:graphicFrameMkLst>
            <pc:docMk/>
            <pc:sldMk cId="3668846720" sldId="271"/>
            <ac:graphicFrameMk id="4" creationId="{30E4C9CE-626A-7413-E1CE-C9C2C6EE7CFC}"/>
          </ac:graphicFrameMkLst>
        </pc:graphicFrameChg>
      </pc:sldChg>
      <pc:sldChg chg="mod modShow">
        <pc:chgData name="Ellie Fuller" userId="e034bfba-bc31-4476-bf06-cfa524cc5850" providerId="ADAL" clId="{F58F03BF-5F93-4752-8281-52F4E644A23C}" dt="2024-04-01T12:27:47.059" v="206" actId="729"/>
        <pc:sldMkLst>
          <pc:docMk/>
          <pc:sldMk cId="2724007634" sldId="272"/>
        </pc:sldMkLst>
      </pc:sldChg>
      <pc:sldChg chg="modSp mod setBg">
        <pc:chgData name="Ellie Fuller" userId="e034bfba-bc31-4476-bf06-cfa524cc5850" providerId="ADAL" clId="{F58F03BF-5F93-4752-8281-52F4E644A23C}" dt="2024-03-28T12:42:09.738" v="40" actId="26606"/>
        <pc:sldMkLst>
          <pc:docMk/>
          <pc:sldMk cId="3092714424" sldId="273"/>
        </pc:sldMkLst>
        <pc:picChg chg="mod">
          <ac:chgData name="Ellie Fuller" userId="e034bfba-bc31-4476-bf06-cfa524cc5850" providerId="ADAL" clId="{F58F03BF-5F93-4752-8281-52F4E644A23C}" dt="2024-03-28T12:42:09.738" v="40" actId="26606"/>
          <ac:picMkLst>
            <pc:docMk/>
            <pc:sldMk cId="3092714424" sldId="273"/>
            <ac:picMk id="3" creationId="{7A727A2A-CC4E-C945-EFD9-5302D7A1998E}"/>
          </ac:picMkLst>
        </pc:picChg>
      </pc:sldChg>
      <pc:sldChg chg="addSp modSp mod setBg">
        <pc:chgData name="Ellie Fuller" userId="e034bfba-bc31-4476-bf06-cfa524cc5850" providerId="ADAL" clId="{F58F03BF-5F93-4752-8281-52F4E644A23C}" dt="2024-03-28T12:44:33.147" v="56" actId="20577"/>
        <pc:sldMkLst>
          <pc:docMk/>
          <pc:sldMk cId="1473325304" sldId="274"/>
        </pc:sldMkLst>
        <pc:spChg chg="mod">
          <ac:chgData name="Ellie Fuller" userId="e034bfba-bc31-4476-bf06-cfa524cc5850" providerId="ADAL" clId="{F58F03BF-5F93-4752-8281-52F4E644A23C}" dt="2024-03-28T12:44:33.147" v="56" actId="20577"/>
          <ac:spMkLst>
            <pc:docMk/>
            <pc:sldMk cId="1473325304" sldId="274"/>
            <ac:spMk id="2" creationId="{735EACD3-A638-1795-6531-8640FA3DDACB}"/>
          </ac:spMkLst>
        </pc:spChg>
        <pc:spChg chg="mod">
          <ac:chgData name="Ellie Fuller" userId="e034bfba-bc31-4476-bf06-cfa524cc5850" providerId="ADAL" clId="{F58F03BF-5F93-4752-8281-52F4E644A23C}" dt="2024-03-28T12:42:27.517" v="41" actId="26606"/>
          <ac:spMkLst>
            <pc:docMk/>
            <pc:sldMk cId="1473325304" sldId="274"/>
            <ac:spMk id="3" creationId="{4AF918E5-FFF8-034C-BBA2-D59BD424AE8D}"/>
          </ac:spMkLst>
        </pc:spChg>
        <pc:spChg chg="add">
          <ac:chgData name="Ellie Fuller" userId="e034bfba-bc31-4476-bf06-cfa524cc5850" providerId="ADAL" clId="{F58F03BF-5F93-4752-8281-52F4E644A23C}" dt="2024-03-28T12:42:27.517" v="41" actId="26606"/>
          <ac:spMkLst>
            <pc:docMk/>
            <pc:sldMk cId="1473325304" sldId="274"/>
            <ac:spMk id="8" creationId="{4FC5CF8D-5E28-4170-85D9-B23379A1AC63}"/>
          </ac:spMkLst>
        </pc:spChg>
        <pc:spChg chg="add">
          <ac:chgData name="Ellie Fuller" userId="e034bfba-bc31-4476-bf06-cfa524cc5850" providerId="ADAL" clId="{F58F03BF-5F93-4752-8281-52F4E644A23C}" dt="2024-03-28T12:42:27.517" v="41" actId="26606"/>
          <ac:spMkLst>
            <pc:docMk/>
            <pc:sldMk cId="1473325304" sldId="274"/>
            <ac:spMk id="10" creationId="{575A2C8F-EFE3-4530-B871-79D0DF461588}"/>
          </ac:spMkLst>
        </pc:spChg>
        <pc:spChg chg="add">
          <ac:chgData name="Ellie Fuller" userId="e034bfba-bc31-4476-bf06-cfa524cc5850" providerId="ADAL" clId="{F58F03BF-5F93-4752-8281-52F4E644A23C}" dt="2024-03-28T12:42:27.517" v="41" actId="26606"/>
          <ac:spMkLst>
            <pc:docMk/>
            <pc:sldMk cId="1473325304" sldId="274"/>
            <ac:spMk id="12" creationId="{F8283B2D-BF4E-4773-99DE-61834B033AF3}"/>
          </ac:spMkLst>
        </pc:spChg>
        <pc:spChg chg="add">
          <ac:chgData name="Ellie Fuller" userId="e034bfba-bc31-4476-bf06-cfa524cc5850" providerId="ADAL" clId="{F58F03BF-5F93-4752-8281-52F4E644A23C}" dt="2024-03-28T12:42:27.517" v="41" actId="26606"/>
          <ac:spMkLst>
            <pc:docMk/>
            <pc:sldMk cId="1473325304" sldId="274"/>
            <ac:spMk id="14" creationId="{7FF89E09-42FB-4694-96E4-95652B1D83E4}"/>
          </ac:spMkLst>
        </pc:spChg>
      </pc:sldChg>
      <pc:sldChg chg="addSp modSp mod setBg">
        <pc:chgData name="Ellie Fuller" userId="e034bfba-bc31-4476-bf06-cfa524cc5850" providerId="ADAL" clId="{F58F03BF-5F93-4752-8281-52F4E644A23C}" dt="2024-03-28T12:44:37.315" v="58" actId="20577"/>
        <pc:sldMkLst>
          <pc:docMk/>
          <pc:sldMk cId="3911952123" sldId="275"/>
        </pc:sldMkLst>
        <pc:spChg chg="mod">
          <ac:chgData name="Ellie Fuller" userId="e034bfba-bc31-4476-bf06-cfa524cc5850" providerId="ADAL" clId="{F58F03BF-5F93-4752-8281-52F4E644A23C}" dt="2024-03-28T12:44:37.315" v="58" actId="20577"/>
          <ac:spMkLst>
            <pc:docMk/>
            <pc:sldMk cId="3911952123" sldId="275"/>
            <ac:spMk id="2" creationId="{735EACD3-A638-1795-6531-8640FA3DDACB}"/>
          </ac:spMkLst>
        </pc:spChg>
        <pc:spChg chg="mod">
          <ac:chgData name="Ellie Fuller" userId="e034bfba-bc31-4476-bf06-cfa524cc5850" providerId="ADAL" clId="{F58F03BF-5F93-4752-8281-52F4E644A23C}" dt="2024-03-28T12:42:32.895" v="42" actId="26606"/>
          <ac:spMkLst>
            <pc:docMk/>
            <pc:sldMk cId="3911952123" sldId="275"/>
            <ac:spMk id="3" creationId="{4AF918E5-FFF8-034C-BBA2-D59BD424AE8D}"/>
          </ac:spMkLst>
        </pc:spChg>
        <pc:spChg chg="add">
          <ac:chgData name="Ellie Fuller" userId="e034bfba-bc31-4476-bf06-cfa524cc5850" providerId="ADAL" clId="{F58F03BF-5F93-4752-8281-52F4E644A23C}" dt="2024-03-28T12:42:32.895" v="42" actId="26606"/>
          <ac:spMkLst>
            <pc:docMk/>
            <pc:sldMk cId="3911952123" sldId="275"/>
            <ac:spMk id="8" creationId="{4FC5CF8D-5E28-4170-85D9-B23379A1AC63}"/>
          </ac:spMkLst>
        </pc:spChg>
        <pc:spChg chg="add">
          <ac:chgData name="Ellie Fuller" userId="e034bfba-bc31-4476-bf06-cfa524cc5850" providerId="ADAL" clId="{F58F03BF-5F93-4752-8281-52F4E644A23C}" dt="2024-03-28T12:42:32.895" v="42" actId="26606"/>
          <ac:spMkLst>
            <pc:docMk/>
            <pc:sldMk cId="3911952123" sldId="275"/>
            <ac:spMk id="10" creationId="{575A2C8F-EFE3-4530-B871-79D0DF461588}"/>
          </ac:spMkLst>
        </pc:spChg>
        <pc:spChg chg="add">
          <ac:chgData name="Ellie Fuller" userId="e034bfba-bc31-4476-bf06-cfa524cc5850" providerId="ADAL" clId="{F58F03BF-5F93-4752-8281-52F4E644A23C}" dt="2024-03-28T12:42:32.895" v="42" actId="26606"/>
          <ac:spMkLst>
            <pc:docMk/>
            <pc:sldMk cId="3911952123" sldId="275"/>
            <ac:spMk id="12" creationId="{F8283B2D-BF4E-4773-99DE-61834B033AF3}"/>
          </ac:spMkLst>
        </pc:spChg>
        <pc:spChg chg="add">
          <ac:chgData name="Ellie Fuller" userId="e034bfba-bc31-4476-bf06-cfa524cc5850" providerId="ADAL" clId="{F58F03BF-5F93-4752-8281-52F4E644A23C}" dt="2024-03-28T12:42:32.895" v="42" actId="26606"/>
          <ac:spMkLst>
            <pc:docMk/>
            <pc:sldMk cId="3911952123" sldId="275"/>
            <ac:spMk id="14" creationId="{7FF89E09-42FB-4694-96E4-95652B1D83E4}"/>
          </ac:spMkLst>
        </pc:spChg>
      </pc:sldChg>
      <pc:sldChg chg="mod modShow">
        <pc:chgData name="Ellie Fuller" userId="e034bfba-bc31-4476-bf06-cfa524cc5850" providerId="ADAL" clId="{F58F03BF-5F93-4752-8281-52F4E644A23C}" dt="2024-04-01T12:28:44.920" v="207" actId="729"/>
        <pc:sldMkLst>
          <pc:docMk/>
          <pc:sldMk cId="3889173992" sldId="276"/>
        </pc:sldMkLst>
      </pc:sldChg>
      <pc:sldChg chg="modSp mod">
        <pc:chgData name="Ellie Fuller" userId="e034bfba-bc31-4476-bf06-cfa524cc5850" providerId="ADAL" clId="{F58F03BF-5F93-4752-8281-52F4E644A23C}" dt="2024-03-28T12:34:23.345" v="6" actId="20577"/>
        <pc:sldMkLst>
          <pc:docMk/>
          <pc:sldMk cId="3854342083" sldId="278"/>
        </pc:sldMkLst>
        <pc:graphicFrameChg chg="modGraphic">
          <ac:chgData name="Ellie Fuller" userId="e034bfba-bc31-4476-bf06-cfa524cc5850" providerId="ADAL" clId="{F58F03BF-5F93-4752-8281-52F4E644A23C}" dt="2024-03-28T12:34:23.345" v="6" actId="20577"/>
          <ac:graphicFrameMkLst>
            <pc:docMk/>
            <pc:sldMk cId="3854342083" sldId="278"/>
            <ac:graphicFrameMk id="4" creationId="{752BFEDE-7A51-96BB-F8A4-A14A86AD3AB6}"/>
          </ac:graphicFrameMkLst>
        </pc:graphicFrameChg>
      </pc:sldChg>
      <pc:sldChg chg="mod ord modShow">
        <pc:chgData name="Ellie Fuller" userId="e034bfba-bc31-4476-bf06-cfa524cc5850" providerId="ADAL" clId="{F58F03BF-5F93-4752-8281-52F4E644A23C}" dt="2024-04-01T12:29:19.479" v="208" actId="729"/>
        <pc:sldMkLst>
          <pc:docMk/>
          <pc:sldMk cId="2497818004" sldId="279"/>
        </pc:sldMkLst>
      </pc:sldChg>
      <pc:sldChg chg="modSp new mod">
        <pc:chgData name="Ellie Fuller" userId="e034bfba-bc31-4476-bf06-cfa524cc5850" providerId="ADAL" clId="{F58F03BF-5F93-4752-8281-52F4E644A23C}" dt="2024-03-28T12:49:19.994" v="121" actId="20577"/>
        <pc:sldMkLst>
          <pc:docMk/>
          <pc:sldMk cId="3425606267" sldId="280"/>
        </pc:sldMkLst>
        <pc:spChg chg="mod">
          <ac:chgData name="Ellie Fuller" userId="e034bfba-bc31-4476-bf06-cfa524cc5850" providerId="ADAL" clId="{F58F03BF-5F93-4752-8281-52F4E644A23C}" dt="2024-03-28T12:47:01.847" v="72" actId="20577"/>
          <ac:spMkLst>
            <pc:docMk/>
            <pc:sldMk cId="3425606267" sldId="280"/>
            <ac:spMk id="2" creationId="{92FBAD4E-1742-CD1D-A56D-18F883A3C370}"/>
          </ac:spMkLst>
        </pc:spChg>
        <pc:spChg chg="mod">
          <ac:chgData name="Ellie Fuller" userId="e034bfba-bc31-4476-bf06-cfa524cc5850" providerId="ADAL" clId="{F58F03BF-5F93-4752-8281-52F4E644A23C}" dt="2024-03-28T12:49:19.994" v="121" actId="20577"/>
          <ac:spMkLst>
            <pc:docMk/>
            <pc:sldMk cId="3425606267" sldId="280"/>
            <ac:spMk id="3" creationId="{1F79BFB3-1469-70B5-E2F8-ABC2499E17F5}"/>
          </ac:spMkLst>
        </pc:spChg>
      </pc:sldChg>
      <pc:sldChg chg="addSp modSp new mod setBg">
        <pc:chgData name="Ellie Fuller" userId="e034bfba-bc31-4476-bf06-cfa524cc5850" providerId="ADAL" clId="{F58F03BF-5F93-4752-8281-52F4E644A23C}" dt="2024-04-01T12:25:51.559" v="204" actId="26606"/>
        <pc:sldMkLst>
          <pc:docMk/>
          <pc:sldMk cId="2050999703" sldId="281"/>
        </pc:sldMkLst>
        <pc:spChg chg="add">
          <ac:chgData name="Ellie Fuller" userId="e034bfba-bc31-4476-bf06-cfa524cc5850" providerId="ADAL" clId="{F58F03BF-5F93-4752-8281-52F4E644A23C}" dt="2024-04-01T12:25:51.559" v="204" actId="26606"/>
          <ac:spMkLst>
            <pc:docMk/>
            <pc:sldMk cId="2050999703" sldId="281"/>
            <ac:spMk id="8" creationId="{32BC26D8-82FB-445E-AA49-62A77D7C1EE0}"/>
          </ac:spMkLst>
        </pc:spChg>
        <pc:spChg chg="add">
          <ac:chgData name="Ellie Fuller" userId="e034bfba-bc31-4476-bf06-cfa524cc5850" providerId="ADAL" clId="{F58F03BF-5F93-4752-8281-52F4E644A23C}" dt="2024-04-01T12:25:51.559" v="204" actId="26606"/>
          <ac:spMkLst>
            <pc:docMk/>
            <pc:sldMk cId="2050999703" sldId="281"/>
            <ac:spMk id="10" creationId="{CB44330D-EA18-4254-AA95-EB49948539B8}"/>
          </ac:spMkLst>
        </pc:spChg>
        <pc:picChg chg="add mod">
          <ac:chgData name="Ellie Fuller" userId="e034bfba-bc31-4476-bf06-cfa524cc5850" providerId="ADAL" clId="{F58F03BF-5F93-4752-8281-52F4E644A23C}" dt="2024-04-01T12:25:51.559" v="204" actId="26606"/>
          <ac:picMkLst>
            <pc:docMk/>
            <pc:sldMk cId="2050999703" sldId="281"/>
            <ac:picMk id="3" creationId="{699F0BB0-7968-7244-1A27-818241FAF7B6}"/>
          </ac:picMkLst>
        </pc:picChg>
      </pc:sldChg>
    </pc:docChg>
  </pc:docChgLst>
  <pc:docChgLst>
    <pc:chgData name="Ellie Fuller" userId="e034bfba-bc31-4476-bf06-cfa524cc5850" providerId="ADAL" clId="{9BCD7488-DEE0-4E54-8CD5-86E7DE11B0D2}"/>
    <pc:docChg chg="modSld">
      <pc:chgData name="Ellie Fuller" userId="e034bfba-bc31-4476-bf06-cfa524cc5850" providerId="ADAL" clId="{9BCD7488-DEE0-4E54-8CD5-86E7DE11B0D2}" dt="2024-07-17T17:10:47.265" v="8" actId="20577"/>
      <pc:docMkLst>
        <pc:docMk/>
      </pc:docMkLst>
      <pc:sldChg chg="modSp mod">
        <pc:chgData name="Ellie Fuller" userId="e034bfba-bc31-4476-bf06-cfa524cc5850" providerId="ADAL" clId="{9BCD7488-DEE0-4E54-8CD5-86E7DE11B0D2}" dt="2024-07-17T17:10:47.265" v="8" actId="20577"/>
        <pc:sldMkLst>
          <pc:docMk/>
          <pc:sldMk cId="3425606267" sldId="280"/>
        </pc:sldMkLst>
        <pc:spChg chg="mod">
          <ac:chgData name="Ellie Fuller" userId="e034bfba-bc31-4476-bf06-cfa524cc5850" providerId="ADAL" clId="{9BCD7488-DEE0-4E54-8CD5-86E7DE11B0D2}" dt="2024-07-17T17:10:47.265" v="8" actId="20577"/>
          <ac:spMkLst>
            <pc:docMk/>
            <pc:sldMk cId="3425606267" sldId="280"/>
            <ac:spMk id="2" creationId="{92FBAD4E-1742-CD1D-A56D-18F883A3C370}"/>
          </ac:spMkLst>
        </pc:spChg>
      </pc:sldChg>
    </pc:docChg>
  </pc:docChgLst>
  <pc:docChgLst>
    <pc:chgData name="Ellie Fuller" userId="e034bfba-bc31-4476-bf06-cfa524cc5850" providerId="ADAL" clId="{A0186C42-7BE9-4F23-B4CD-41FF512BEB17}"/>
    <pc:docChg chg="modSld">
      <pc:chgData name="Ellie Fuller" userId="e034bfba-bc31-4476-bf06-cfa524cc5850" providerId="ADAL" clId="{A0186C42-7BE9-4F23-B4CD-41FF512BEB17}" dt="2024-11-20T13:15:34.568" v="30" actId="20577"/>
      <pc:docMkLst>
        <pc:docMk/>
      </pc:docMkLst>
      <pc:sldChg chg="modSp mod">
        <pc:chgData name="Ellie Fuller" userId="e034bfba-bc31-4476-bf06-cfa524cc5850" providerId="ADAL" clId="{A0186C42-7BE9-4F23-B4CD-41FF512BEB17}" dt="2024-11-20T13:15:34.568" v="30" actId="20577"/>
        <pc:sldMkLst>
          <pc:docMk/>
          <pc:sldMk cId="2265208113" sldId="261"/>
        </pc:sldMkLst>
        <pc:spChg chg="mod">
          <ac:chgData name="Ellie Fuller" userId="e034bfba-bc31-4476-bf06-cfa524cc5850" providerId="ADAL" clId="{A0186C42-7BE9-4F23-B4CD-41FF512BEB17}" dt="2024-11-20T13:15:34.568" v="30" actId="20577"/>
          <ac:spMkLst>
            <pc:docMk/>
            <pc:sldMk cId="2265208113" sldId="261"/>
            <ac:spMk id="2" creationId="{04A39884-49D5-101B-3B28-C5DB7D9F27C7}"/>
          </ac:spMkLst>
        </pc:spChg>
      </pc:sldChg>
      <pc:sldChg chg="modSp mod">
        <pc:chgData name="Ellie Fuller" userId="e034bfba-bc31-4476-bf06-cfa524cc5850" providerId="ADAL" clId="{A0186C42-7BE9-4F23-B4CD-41FF512BEB17}" dt="2024-11-18T19:21:19.526" v="28" actId="20577"/>
        <pc:sldMkLst>
          <pc:docMk/>
          <pc:sldMk cId="1114334666" sldId="270"/>
        </pc:sldMkLst>
        <pc:graphicFrameChg chg="modGraphic">
          <ac:chgData name="Ellie Fuller" userId="e034bfba-bc31-4476-bf06-cfa524cc5850" providerId="ADAL" clId="{A0186C42-7BE9-4F23-B4CD-41FF512BEB17}" dt="2024-11-18T19:21:19.526" v="28" actId="20577"/>
          <ac:graphicFrameMkLst>
            <pc:docMk/>
            <pc:sldMk cId="1114334666" sldId="270"/>
            <ac:graphicFrameMk id="4" creationId="{30E4C9CE-626A-7413-E1CE-C9C2C6EE7CFC}"/>
          </ac:graphicFrameMkLst>
        </pc:graphicFrameChg>
      </pc:sldChg>
      <pc:sldChg chg="modSp mod">
        <pc:chgData name="Ellie Fuller" userId="e034bfba-bc31-4476-bf06-cfa524cc5850" providerId="ADAL" clId="{A0186C42-7BE9-4F23-B4CD-41FF512BEB17}" dt="2024-11-18T19:21:14.074" v="14" actId="20577"/>
        <pc:sldMkLst>
          <pc:docMk/>
          <pc:sldMk cId="3668846720" sldId="271"/>
        </pc:sldMkLst>
        <pc:graphicFrameChg chg="modGraphic">
          <ac:chgData name="Ellie Fuller" userId="e034bfba-bc31-4476-bf06-cfa524cc5850" providerId="ADAL" clId="{A0186C42-7BE9-4F23-B4CD-41FF512BEB17}" dt="2024-11-18T19:21:14.074" v="14" actId="20577"/>
          <ac:graphicFrameMkLst>
            <pc:docMk/>
            <pc:sldMk cId="3668846720" sldId="271"/>
            <ac:graphicFrameMk id="4" creationId="{30E4C9CE-626A-7413-E1CE-C9C2C6EE7CF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DBC99-495F-4306-BF06-A459D0A06504}" type="datetimeFigureOut">
              <a:rPr lang="en-US" smtClean="0"/>
              <a:t>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E2CDDA-8ACE-4F9F-891D-E1032093D5FD}" type="slidenum">
              <a:rPr lang="en-US" smtClean="0"/>
              <a:t>‹#›</a:t>
            </a:fld>
            <a:endParaRPr lang="en-US"/>
          </a:p>
        </p:txBody>
      </p:sp>
    </p:spTree>
    <p:extLst>
      <p:ext uri="{BB962C8B-B14F-4D97-AF65-F5344CB8AC3E}">
        <p14:creationId xmlns:p14="http://schemas.microsoft.com/office/powerpoint/2010/main" val="3922939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pyloric stenosis </a:t>
            </a:r>
          </a:p>
          <a:p>
            <a:r>
              <a:rPr lang="en-US" dirty="0"/>
              <a:t>#24 intussusception </a:t>
            </a:r>
          </a:p>
          <a:p>
            <a:endParaRPr lang="en-US" dirty="0"/>
          </a:p>
        </p:txBody>
      </p:sp>
      <p:sp>
        <p:nvSpPr>
          <p:cNvPr id="4" name="Slide Number Placeholder 3"/>
          <p:cNvSpPr>
            <a:spLocks noGrp="1"/>
          </p:cNvSpPr>
          <p:nvPr>
            <p:ph type="sldNum" sz="quarter" idx="5"/>
          </p:nvPr>
        </p:nvSpPr>
        <p:spPr/>
        <p:txBody>
          <a:bodyPr/>
          <a:lstStyle/>
          <a:p>
            <a:fld id="{C4E2CDDA-8ACE-4F9F-891D-E1032093D5FD}" type="slidenum">
              <a:rPr lang="en-US" smtClean="0"/>
              <a:t>1</a:t>
            </a:fld>
            <a:endParaRPr lang="en-US"/>
          </a:p>
        </p:txBody>
      </p:sp>
    </p:spTree>
    <p:extLst>
      <p:ext uri="{BB962C8B-B14F-4D97-AF65-F5344CB8AC3E}">
        <p14:creationId xmlns:p14="http://schemas.microsoft.com/office/powerpoint/2010/main" val="700943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E2CDDA-8ACE-4F9F-891D-E1032093D5FD}" type="slidenum">
              <a:rPr lang="en-US" smtClean="0"/>
              <a:t>6</a:t>
            </a:fld>
            <a:endParaRPr lang="en-US"/>
          </a:p>
        </p:txBody>
      </p:sp>
    </p:spTree>
    <p:extLst>
      <p:ext uri="{BB962C8B-B14F-4D97-AF65-F5344CB8AC3E}">
        <p14:creationId xmlns:p14="http://schemas.microsoft.com/office/powerpoint/2010/main" val="3656723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E2CDDA-8ACE-4F9F-891D-E1032093D5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4768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E2CDDA-8ACE-4F9F-891D-E1032093D5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0624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dirty="0"/>
              <a:t>Answer: </a:t>
            </a:r>
            <a:r>
              <a:rPr lang="en-US" sz="1800" dirty="0">
                <a:effectLst/>
                <a:latin typeface="Calibri" panose="020F0502020204030204" pitchFamily="34" charset="0"/>
                <a:ea typeface="Calibri" panose="020F0502020204030204" pitchFamily="34" charset="0"/>
                <a:cs typeface="Calibri" panose="020F0502020204030204" pitchFamily="34" charset="0"/>
              </a:rPr>
              <a:t>50/2.2= 22.727 kg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220 ml/22.727 kg/6 </a:t>
            </a:r>
            <a:r>
              <a:rPr lang="en-US" sz="1800" dirty="0" err="1">
                <a:effectLst/>
                <a:latin typeface="Calibri" panose="020F0502020204030204" pitchFamily="34" charset="0"/>
                <a:ea typeface="Calibri" panose="020F0502020204030204" pitchFamily="34" charset="0"/>
                <a:cs typeface="Calibri" panose="020F0502020204030204" pitchFamily="34" charset="0"/>
              </a:rPr>
              <a:t>hr</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b="1" dirty="0">
                <a:effectLst/>
                <a:latin typeface="Calibri" panose="020F0502020204030204" pitchFamily="34" charset="0"/>
                <a:ea typeface="Calibri" panose="020F0502020204030204" pitchFamily="34" charset="0"/>
                <a:cs typeface="Calibri" panose="020F0502020204030204" pitchFamily="34" charset="0"/>
              </a:rPr>
              <a:t>1.61 ml/kg/</a:t>
            </a:r>
            <a:r>
              <a:rPr lang="en-US" sz="1800" b="1" dirty="0" err="1">
                <a:effectLst/>
                <a:latin typeface="Calibri" panose="020F0502020204030204" pitchFamily="34" charset="0"/>
                <a:ea typeface="Calibri" panose="020F0502020204030204" pitchFamily="34" charset="0"/>
                <a:cs typeface="Calibri" panose="020F0502020204030204" pitchFamily="34" charset="0"/>
              </a:rPr>
              <a:t>hr</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22.727kg x 6 </a:t>
            </a:r>
            <a:r>
              <a:rPr lang="en-US" sz="1800" dirty="0" err="1">
                <a:effectLst/>
                <a:latin typeface="Calibri" panose="020F0502020204030204" pitchFamily="34" charset="0"/>
                <a:ea typeface="Calibri" panose="020F0502020204030204" pitchFamily="34" charset="0"/>
                <a:cs typeface="Calibri" panose="020F0502020204030204" pitchFamily="34" charset="0"/>
              </a:rPr>
              <a:t>hr</a:t>
            </a:r>
            <a:r>
              <a:rPr lang="en-US" sz="1800" dirty="0">
                <a:effectLst/>
                <a:latin typeface="Calibri" panose="020F0502020204030204" pitchFamily="34" charset="0"/>
                <a:ea typeface="Calibri" panose="020F0502020204030204" pitchFamily="34" charset="0"/>
                <a:cs typeface="Calibri" panose="020F0502020204030204" pitchFamily="34" charset="0"/>
              </a:rPr>
              <a:t> = 136.38 ml/</a:t>
            </a:r>
            <a:r>
              <a:rPr lang="en-US" sz="1800" dirty="0" err="1">
                <a:effectLst/>
                <a:latin typeface="Calibri" panose="020F0502020204030204" pitchFamily="34" charset="0"/>
                <a:ea typeface="Calibri" panose="020F0502020204030204" pitchFamily="34" charset="0"/>
                <a:cs typeface="Calibri" panose="020F0502020204030204" pitchFamily="34" charset="0"/>
              </a:rPr>
              <a:t>hr</a:t>
            </a: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220/136.38= </a:t>
            </a:r>
            <a:r>
              <a:rPr lang="en-US" sz="1800" b="1" dirty="0">
                <a:effectLst/>
                <a:latin typeface="Calibri" panose="020F0502020204030204" pitchFamily="34" charset="0"/>
                <a:ea typeface="Calibri" panose="020F0502020204030204" pitchFamily="34" charset="0"/>
                <a:cs typeface="Calibri" panose="020F0502020204030204" pitchFamily="34" charset="0"/>
              </a:rPr>
              <a:t>1.61 ml/kg/</a:t>
            </a:r>
            <a:r>
              <a:rPr lang="en-US" sz="1800" b="1" dirty="0" err="1">
                <a:effectLst/>
                <a:latin typeface="Calibri" panose="020F0502020204030204" pitchFamily="34" charset="0"/>
                <a:ea typeface="Calibri" panose="020F0502020204030204" pitchFamily="34" charset="0"/>
                <a:cs typeface="Calibri" panose="020F0502020204030204" pitchFamily="34" charset="0"/>
              </a:rPr>
              <a:t>hr</a:t>
            </a:r>
            <a:r>
              <a:rPr lang="en-US" sz="1800" b="1" dirty="0">
                <a:effectLst/>
                <a:latin typeface="Calibri" panose="020F0502020204030204" pitchFamily="34" charset="0"/>
                <a:ea typeface="Calibri" panose="020F0502020204030204" pitchFamily="34" charset="0"/>
                <a:cs typeface="Calibri" panose="020F0502020204030204" pitchFamily="34" charset="0"/>
              </a:rPr>
              <a:t>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93A7B-C514-447F-BFD9-DB419D685C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7274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p>
          <a:p>
            <a:r>
              <a:rPr lang="en-US" b="0" i="0" dirty="0">
                <a:solidFill>
                  <a:srgbClr val="444444"/>
                </a:solidFill>
                <a:effectLst/>
                <a:latin typeface="Open Sans" panose="020B0606030504020204" pitchFamily="34" charset="0"/>
              </a:rPr>
              <a:t>During the first weeks of life, the infant with pyloric stenosis often eats well and gains weight and then starts vomiting occasionally after meals. Within a few days the vomiting increases in frequency and force, becoming projectile. The child may have constipation, and peristaltic waves may be seen in the abdomen, but the child does not appear in severe pain. Urine output is decreased and urination is infrequent.</a:t>
            </a:r>
            <a:endParaRPr lang="en-US" dirty="0"/>
          </a:p>
        </p:txBody>
      </p:sp>
      <p:sp>
        <p:nvSpPr>
          <p:cNvPr id="4" name="Slide Number Placeholder 3"/>
          <p:cNvSpPr>
            <a:spLocks noGrp="1"/>
          </p:cNvSpPr>
          <p:nvPr>
            <p:ph type="sldNum" sz="quarter" idx="5"/>
          </p:nvPr>
        </p:nvSpPr>
        <p:spPr/>
        <p:txBody>
          <a:bodyPr/>
          <a:lstStyle/>
          <a:p>
            <a:fld id="{14252D6E-F8B6-486F-A89E-0A665BB0DA8A}" type="slidenum">
              <a:rPr lang="en-US" smtClean="0"/>
              <a:t>51</a:t>
            </a:fld>
            <a:endParaRPr lang="en-US"/>
          </a:p>
        </p:txBody>
      </p:sp>
    </p:spTree>
    <p:extLst>
      <p:ext uri="{BB962C8B-B14F-4D97-AF65-F5344CB8AC3E}">
        <p14:creationId xmlns:p14="http://schemas.microsoft.com/office/powerpoint/2010/main" val="1642054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p>
          <a:p>
            <a:r>
              <a:rPr lang="en-US" b="0" i="0" dirty="0">
                <a:solidFill>
                  <a:srgbClr val="444444"/>
                </a:solidFill>
                <a:effectLst/>
                <a:latin typeface="Open Sans" panose="020B0606030504020204" pitchFamily="34" charset="0"/>
              </a:rPr>
              <a:t>With appendicitis, symptoms typically do not come and go. They are usually persistent and intensify with time. With appendicitis, maximal tenderness occurs in the area of the McBurney point in the right lower quadrant, not the left. There is pain upon palpation with rebound tenderness. Pain is usually in the right lower quadrant, not the left, and is persistent. There is pain on palpation with rebound tenderness. Pain typically occurs in the right lower quadrant and is persistent and intensifies with time.</a:t>
            </a:r>
            <a:endParaRPr lang="en-US" dirty="0"/>
          </a:p>
        </p:txBody>
      </p:sp>
      <p:sp>
        <p:nvSpPr>
          <p:cNvPr id="4" name="Slide Number Placeholder 3"/>
          <p:cNvSpPr>
            <a:spLocks noGrp="1"/>
          </p:cNvSpPr>
          <p:nvPr>
            <p:ph type="sldNum" sz="quarter" idx="5"/>
          </p:nvPr>
        </p:nvSpPr>
        <p:spPr/>
        <p:txBody>
          <a:bodyPr/>
          <a:lstStyle/>
          <a:p>
            <a:fld id="{14252D6E-F8B6-486F-A89E-0A665BB0DA8A}" type="slidenum">
              <a:rPr lang="en-US" smtClean="0"/>
              <a:t>52</a:t>
            </a:fld>
            <a:endParaRPr lang="en-US"/>
          </a:p>
        </p:txBody>
      </p:sp>
    </p:spTree>
    <p:extLst>
      <p:ext uri="{BB962C8B-B14F-4D97-AF65-F5344CB8AC3E}">
        <p14:creationId xmlns:p14="http://schemas.microsoft.com/office/powerpoint/2010/main" val="1418201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a:t>
            </a:r>
          </a:p>
        </p:txBody>
      </p:sp>
      <p:sp>
        <p:nvSpPr>
          <p:cNvPr id="4" name="Slide Number Placeholder 3"/>
          <p:cNvSpPr>
            <a:spLocks noGrp="1"/>
          </p:cNvSpPr>
          <p:nvPr>
            <p:ph type="sldNum" sz="quarter" idx="5"/>
          </p:nvPr>
        </p:nvSpPr>
        <p:spPr/>
        <p:txBody>
          <a:bodyPr/>
          <a:lstStyle/>
          <a:p>
            <a:fld id="{C4E2CDDA-8ACE-4F9F-891D-E1032093D5FD}" type="slidenum">
              <a:rPr lang="en-US" smtClean="0"/>
              <a:t>53</a:t>
            </a:fld>
            <a:endParaRPr lang="en-US"/>
          </a:p>
        </p:txBody>
      </p:sp>
    </p:spTree>
    <p:extLst>
      <p:ext uri="{BB962C8B-B14F-4D97-AF65-F5344CB8AC3E}">
        <p14:creationId xmlns:p14="http://schemas.microsoft.com/office/powerpoint/2010/main" val="1197289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A474-C181-ADE8-D6BC-9665D68CFC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067AEB-D1B2-B170-E123-A0A13714B2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A9A0E1-B2BE-1BDD-9068-29A4B689336F}"/>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5" name="Footer Placeholder 4">
            <a:extLst>
              <a:ext uri="{FF2B5EF4-FFF2-40B4-BE49-F238E27FC236}">
                <a16:creationId xmlns:a16="http://schemas.microsoft.com/office/drawing/2014/main" id="{B7B26EC1-5BC3-107A-E5E3-F6C4005BF3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5F394-5E10-D9F4-C498-1BBE287CBD67}"/>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765389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0EF6C-2191-5300-2F73-E0FD316E2F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CA0FC2-9DA1-0E41-7A05-764D4AA45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A18FD9-0FE1-BB67-B132-EA4D0BF7C6DC}"/>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5" name="Footer Placeholder 4">
            <a:extLst>
              <a:ext uri="{FF2B5EF4-FFF2-40B4-BE49-F238E27FC236}">
                <a16:creationId xmlns:a16="http://schemas.microsoft.com/office/drawing/2014/main" id="{14ADFFA2-18A3-B507-1F62-750B64B20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691500-4189-9676-9C35-C64EAB3A063F}"/>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3264514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30A3A-B771-09FD-FC9F-C2BD17EBF9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2B602C-D746-2C48-9513-3B6AE5FE33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8E83C5-F3D9-BA43-38C9-773893B1157C}"/>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5" name="Footer Placeholder 4">
            <a:extLst>
              <a:ext uri="{FF2B5EF4-FFF2-40B4-BE49-F238E27FC236}">
                <a16:creationId xmlns:a16="http://schemas.microsoft.com/office/drawing/2014/main" id="{5B9E8AA9-3041-CCF0-5F53-B1EC841ACE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F7633-D2B9-DEEB-46E2-FD88C052BA40}"/>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935600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B03CA-2599-F1C2-F2F9-F09DB4348E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004125-F313-9247-A812-42805DA223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C70BCA-2649-3BCB-6D9D-28BA986BE4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17CC73-18EC-947B-EF56-13DE01D9894D}"/>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6" name="Footer Placeholder 5">
            <a:extLst>
              <a:ext uri="{FF2B5EF4-FFF2-40B4-BE49-F238E27FC236}">
                <a16:creationId xmlns:a16="http://schemas.microsoft.com/office/drawing/2014/main" id="{68162D14-0A01-5F6E-0013-061536996F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184712-27F4-28CE-8AC2-FDA52A0FE59A}"/>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3722758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29E18-3E10-6394-22BB-1EE35F64D9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5203EC-521C-B82F-75BE-2995EAB685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78387D-3B38-9AB9-2629-827F8BA9A5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EA9BFF-FAF9-E711-F393-3493A8F2F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FBEFBE-2556-3669-A32A-002DC93F45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F4BA91-0CB4-AC7D-157D-A42D76E3ADC4}"/>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8" name="Footer Placeholder 7">
            <a:extLst>
              <a:ext uri="{FF2B5EF4-FFF2-40B4-BE49-F238E27FC236}">
                <a16:creationId xmlns:a16="http://schemas.microsoft.com/office/drawing/2014/main" id="{C026DC9F-51F8-F814-7A56-B8E10650E7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F84F1D-5066-A066-8102-6BA30B24B583}"/>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2345810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D51F-5E31-F2FB-B617-6BDE14A3E3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FD20F7-D4FB-4388-86B4-7D376818DD65}"/>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4" name="Footer Placeholder 3">
            <a:extLst>
              <a:ext uri="{FF2B5EF4-FFF2-40B4-BE49-F238E27FC236}">
                <a16:creationId xmlns:a16="http://schemas.microsoft.com/office/drawing/2014/main" id="{828C9709-C26D-B431-716A-474BE3252B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2882C1-C7FC-2CB1-204C-19741AB9DDEE}"/>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2062311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B7F6B-CBE1-2F3E-84A0-6907F184E020}"/>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3" name="Footer Placeholder 2">
            <a:extLst>
              <a:ext uri="{FF2B5EF4-FFF2-40B4-BE49-F238E27FC236}">
                <a16:creationId xmlns:a16="http://schemas.microsoft.com/office/drawing/2014/main" id="{E9113BD9-0977-DC6F-17FF-285B9A209D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3FDC19-5023-2D22-E780-CAE7DCE683CD}"/>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224890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06EB-01F4-1C42-59CD-F3DFDAF9A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0807EB-0142-034D-989C-CF4BAB697B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B0523E-57BE-2A3E-68E0-70B62C478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F3DBE-8FB6-BBE1-8425-661448C0CBD1}"/>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6" name="Footer Placeholder 5">
            <a:extLst>
              <a:ext uri="{FF2B5EF4-FFF2-40B4-BE49-F238E27FC236}">
                <a16:creationId xmlns:a16="http://schemas.microsoft.com/office/drawing/2014/main" id="{EE612DCA-992E-4805-9771-61B9EFE530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CCC5AE-EFBB-4FB9-8B5F-09A44B02B606}"/>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294768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4BC9-534D-9462-DFC9-49692170DA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40919-14AE-1CBD-3E9F-5B627217AE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236DEE-5806-E216-CD0F-D54F0866C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A2C57-DA8F-3140-669C-904DB709E82F}"/>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6" name="Footer Placeholder 5">
            <a:extLst>
              <a:ext uri="{FF2B5EF4-FFF2-40B4-BE49-F238E27FC236}">
                <a16:creationId xmlns:a16="http://schemas.microsoft.com/office/drawing/2014/main" id="{903E80D2-97CD-B811-441C-E07D49EC7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1E293C-64A4-BD85-2657-002A4BE56EF0}"/>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1519288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3E60-9B3E-B377-C167-346D816EC1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2D6973-0FB1-5CD7-E3D4-3F343D1805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0A9CA-D4D5-0513-DB1E-295BA3F527F7}"/>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5" name="Footer Placeholder 4">
            <a:extLst>
              <a:ext uri="{FF2B5EF4-FFF2-40B4-BE49-F238E27FC236}">
                <a16:creationId xmlns:a16="http://schemas.microsoft.com/office/drawing/2014/main" id="{4CC97968-6457-57B9-FCC3-1F10D6F647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B268C6-EE27-2239-FF89-8F4C6A5A9DAB}"/>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1832419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CFCC47-87D7-8391-F3DA-E9F9A5C179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412106-D760-F179-EAD8-859EC0ED60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E3402A-F6C8-4F6F-54C1-94902A788F78}"/>
              </a:ext>
            </a:extLst>
          </p:cNvPr>
          <p:cNvSpPr>
            <a:spLocks noGrp="1"/>
          </p:cNvSpPr>
          <p:nvPr>
            <p:ph type="dt" sz="half" idx="10"/>
          </p:nvPr>
        </p:nvSpPr>
        <p:spPr/>
        <p:txBody>
          <a:bodyPr/>
          <a:lstStyle/>
          <a:p>
            <a:fld id="{B13BE12D-351B-4ED7-B39A-F2DDF1AE03E8}" type="datetimeFigureOut">
              <a:rPr lang="en-US" smtClean="0"/>
              <a:t>4/10/2025</a:t>
            </a:fld>
            <a:endParaRPr lang="en-US"/>
          </a:p>
        </p:txBody>
      </p:sp>
      <p:sp>
        <p:nvSpPr>
          <p:cNvPr id="5" name="Footer Placeholder 4">
            <a:extLst>
              <a:ext uri="{FF2B5EF4-FFF2-40B4-BE49-F238E27FC236}">
                <a16:creationId xmlns:a16="http://schemas.microsoft.com/office/drawing/2014/main" id="{EFBD45E6-8DF7-7E0D-7C6B-C692B71C2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9C4D3-A927-816B-D0DC-BEA60370C745}"/>
              </a:ext>
            </a:extLst>
          </p:cNvPr>
          <p:cNvSpPr>
            <a:spLocks noGrp="1"/>
          </p:cNvSpPr>
          <p:nvPr>
            <p:ph type="sldNum" sz="quarter" idx="12"/>
          </p:nvPr>
        </p:nvSpPr>
        <p:spPr/>
        <p:txBody>
          <a:bodyPr/>
          <a:lstStyle/>
          <a:p>
            <a:fld id="{35F62A56-E3B8-4A32-B6B2-AAE7BED0EF3C}" type="slidenum">
              <a:rPr lang="en-US" smtClean="0"/>
              <a:t>‹#›</a:t>
            </a:fld>
            <a:endParaRPr lang="en-US"/>
          </a:p>
        </p:txBody>
      </p:sp>
    </p:spTree>
    <p:extLst>
      <p:ext uri="{BB962C8B-B14F-4D97-AF65-F5344CB8AC3E}">
        <p14:creationId xmlns:p14="http://schemas.microsoft.com/office/powerpoint/2010/main" val="3618493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F3527D-9F4E-4D93-F1E2-B60B073CA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69348A-E0C7-656B-DBB4-E871BA2D70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84D64-E6D6-DCB3-86BA-F928FEFAE9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BE12D-351B-4ED7-B39A-F2DDF1AE03E8}" type="datetimeFigureOut">
              <a:rPr lang="en-US" smtClean="0"/>
              <a:t>4/10/2025</a:t>
            </a:fld>
            <a:endParaRPr lang="en-US"/>
          </a:p>
        </p:txBody>
      </p:sp>
      <p:sp>
        <p:nvSpPr>
          <p:cNvPr id="5" name="Footer Placeholder 4">
            <a:extLst>
              <a:ext uri="{FF2B5EF4-FFF2-40B4-BE49-F238E27FC236}">
                <a16:creationId xmlns:a16="http://schemas.microsoft.com/office/drawing/2014/main" id="{3D1E9963-6AA9-0449-575F-9AF8ACBE7A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5467CD-A505-7F71-C437-D6C1222302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F62A56-E3B8-4A32-B6B2-AAE7BED0EF3C}" type="slidenum">
              <a:rPr lang="en-US" smtClean="0"/>
              <a:t>‹#›</a:t>
            </a:fld>
            <a:endParaRPr lang="en-US"/>
          </a:p>
        </p:txBody>
      </p:sp>
    </p:spTree>
    <p:extLst>
      <p:ext uri="{BB962C8B-B14F-4D97-AF65-F5344CB8AC3E}">
        <p14:creationId xmlns:p14="http://schemas.microsoft.com/office/powerpoint/2010/main" val="200149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s://app.bootcamp.com/nclex/next-gen-case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D6ADEC-B874-4DE0-9EAB-EDDECFA14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7D41CD8-1ED9-4721-9DE4-38FB8A323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77721"/>
            <a:ext cx="12192000" cy="4702558"/>
          </a:xfrm>
          <a:custGeom>
            <a:avLst/>
            <a:gdLst>
              <a:gd name="connsiteX0" fmla="*/ 0 w 12192000"/>
              <a:gd name="connsiteY0" fmla="*/ 0 h 4702558"/>
              <a:gd name="connsiteX1" fmla="*/ 2814918 w 12192000"/>
              <a:gd name="connsiteY1" fmla="*/ 0 h 4702558"/>
              <a:gd name="connsiteX2" fmla="*/ 9377083 w 12192000"/>
              <a:gd name="connsiteY2" fmla="*/ 0 h 4702558"/>
              <a:gd name="connsiteX3" fmla="*/ 12192000 w 12192000"/>
              <a:gd name="connsiteY3" fmla="*/ 0 h 4702558"/>
              <a:gd name="connsiteX4" fmla="*/ 12192000 w 12192000"/>
              <a:gd name="connsiteY4" fmla="*/ 64008 h 4702558"/>
              <a:gd name="connsiteX5" fmla="*/ 9377083 w 12192000"/>
              <a:gd name="connsiteY5" fmla="*/ 64008 h 4702558"/>
              <a:gd name="connsiteX6" fmla="*/ 9377083 w 12192000"/>
              <a:gd name="connsiteY6" fmla="*/ 4638550 h 4702558"/>
              <a:gd name="connsiteX7" fmla="*/ 12192000 w 12192000"/>
              <a:gd name="connsiteY7" fmla="*/ 4638550 h 4702558"/>
              <a:gd name="connsiteX8" fmla="*/ 12192000 w 12192000"/>
              <a:gd name="connsiteY8" fmla="*/ 4702558 h 4702558"/>
              <a:gd name="connsiteX9" fmla="*/ 9377083 w 12192000"/>
              <a:gd name="connsiteY9" fmla="*/ 4702558 h 4702558"/>
              <a:gd name="connsiteX10" fmla="*/ 2814918 w 12192000"/>
              <a:gd name="connsiteY10" fmla="*/ 4702558 h 4702558"/>
              <a:gd name="connsiteX11" fmla="*/ 0 w 12192000"/>
              <a:gd name="connsiteY11" fmla="*/ 4702558 h 4702558"/>
              <a:gd name="connsiteX12" fmla="*/ 0 w 12192000"/>
              <a:gd name="connsiteY12" fmla="*/ 4638550 h 4702558"/>
              <a:gd name="connsiteX13" fmla="*/ 2814918 w 12192000"/>
              <a:gd name="connsiteY13" fmla="*/ 4638550 h 4702558"/>
              <a:gd name="connsiteX14" fmla="*/ 2814918 w 12192000"/>
              <a:gd name="connsiteY14" fmla="*/ 64008 h 4702558"/>
              <a:gd name="connsiteX15" fmla="*/ 0 w 12192000"/>
              <a:gd name="connsiteY15" fmla="*/ 64008 h 470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4702558">
                <a:moveTo>
                  <a:pt x="0" y="0"/>
                </a:moveTo>
                <a:lnTo>
                  <a:pt x="2814918" y="0"/>
                </a:lnTo>
                <a:lnTo>
                  <a:pt x="9377083" y="0"/>
                </a:lnTo>
                <a:lnTo>
                  <a:pt x="12192000" y="0"/>
                </a:lnTo>
                <a:lnTo>
                  <a:pt x="12192000" y="64008"/>
                </a:lnTo>
                <a:lnTo>
                  <a:pt x="9377083" y="64008"/>
                </a:lnTo>
                <a:lnTo>
                  <a:pt x="9377083" y="4638550"/>
                </a:lnTo>
                <a:lnTo>
                  <a:pt x="12192000" y="4638550"/>
                </a:lnTo>
                <a:lnTo>
                  <a:pt x="12192000" y="4702558"/>
                </a:lnTo>
                <a:lnTo>
                  <a:pt x="9377083" y="4702558"/>
                </a:lnTo>
                <a:lnTo>
                  <a:pt x="2814918" y="4702558"/>
                </a:lnTo>
                <a:lnTo>
                  <a:pt x="0" y="4702558"/>
                </a:lnTo>
                <a:lnTo>
                  <a:pt x="0" y="4638550"/>
                </a:lnTo>
                <a:lnTo>
                  <a:pt x="2814918" y="4638550"/>
                </a:lnTo>
                <a:lnTo>
                  <a:pt x="2814918" y="64008"/>
                </a:lnTo>
                <a:lnTo>
                  <a:pt x="0" y="64008"/>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480FDEF-4716-D426-B59E-2563C84F4FE0}"/>
              </a:ext>
            </a:extLst>
          </p:cNvPr>
          <p:cNvSpPr>
            <a:spLocks noGrp="1"/>
          </p:cNvSpPr>
          <p:nvPr>
            <p:ph type="ctrTitle"/>
          </p:nvPr>
        </p:nvSpPr>
        <p:spPr>
          <a:xfrm>
            <a:off x="3807941" y="1589785"/>
            <a:ext cx="4576119" cy="2023150"/>
          </a:xfrm>
        </p:spPr>
        <p:txBody>
          <a:bodyPr>
            <a:normAutofit/>
          </a:bodyPr>
          <a:lstStyle/>
          <a:p>
            <a:r>
              <a:rPr lang="en-US" sz="3200" dirty="0">
                <a:solidFill>
                  <a:schemeClr val="bg1"/>
                </a:solidFill>
              </a:rPr>
              <a:t>GI Case Studies and Questions </a:t>
            </a:r>
          </a:p>
        </p:txBody>
      </p:sp>
      <p:sp>
        <p:nvSpPr>
          <p:cNvPr id="3" name="Subtitle 2">
            <a:extLst>
              <a:ext uri="{FF2B5EF4-FFF2-40B4-BE49-F238E27FC236}">
                <a16:creationId xmlns:a16="http://schemas.microsoft.com/office/drawing/2014/main" id="{D85D6BFE-AD3C-4C63-80C6-A864A57A10A8}"/>
              </a:ext>
            </a:extLst>
          </p:cNvPr>
          <p:cNvSpPr>
            <a:spLocks noGrp="1"/>
          </p:cNvSpPr>
          <p:nvPr>
            <p:ph type="subTitle" idx="1"/>
          </p:nvPr>
        </p:nvSpPr>
        <p:spPr>
          <a:xfrm>
            <a:off x="3807941" y="3705010"/>
            <a:ext cx="4576119" cy="1499198"/>
          </a:xfrm>
        </p:spPr>
        <p:txBody>
          <a:bodyPr>
            <a:normAutofit/>
          </a:bodyPr>
          <a:lstStyle/>
          <a:p>
            <a:r>
              <a:rPr lang="en-US" sz="1600">
                <a:solidFill>
                  <a:schemeClr val="bg1"/>
                </a:solidFill>
              </a:rPr>
              <a:t>Peds</a:t>
            </a:r>
          </a:p>
        </p:txBody>
      </p:sp>
    </p:spTree>
    <p:extLst>
      <p:ext uri="{BB962C8B-B14F-4D97-AF65-F5344CB8AC3E}">
        <p14:creationId xmlns:p14="http://schemas.microsoft.com/office/powerpoint/2010/main" val="49819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14F8164-4EC9-5A2E-C666-54E45F3B9303}"/>
              </a:ext>
            </a:extLst>
          </p:cNvPr>
          <p:cNvPicPr>
            <a:picLocks noGrp="1" noChangeAspect="1"/>
          </p:cNvPicPr>
          <p:nvPr>
            <p:ph idx="1"/>
          </p:nvPr>
        </p:nvPicPr>
        <p:blipFill>
          <a:blip r:embed="rId2"/>
          <a:stretch>
            <a:fillRect/>
          </a:stretch>
        </p:blipFill>
        <p:spPr>
          <a:xfrm>
            <a:off x="643467" y="961728"/>
            <a:ext cx="10905066" cy="4934543"/>
          </a:xfrm>
          <a:prstGeom prst="rect">
            <a:avLst/>
          </a:prstGeom>
        </p:spPr>
      </p:pic>
    </p:spTree>
    <p:extLst>
      <p:ext uri="{BB962C8B-B14F-4D97-AF65-F5344CB8AC3E}">
        <p14:creationId xmlns:p14="http://schemas.microsoft.com/office/powerpoint/2010/main" val="4016437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4B0095-CC9D-B253-12BA-6F4CE3321716}"/>
              </a:ext>
            </a:extLst>
          </p:cNvPr>
          <p:cNvPicPr>
            <a:picLocks noChangeAspect="1"/>
          </p:cNvPicPr>
          <p:nvPr/>
        </p:nvPicPr>
        <p:blipFill>
          <a:blip r:embed="rId2"/>
          <a:stretch>
            <a:fillRect/>
          </a:stretch>
        </p:blipFill>
        <p:spPr>
          <a:xfrm>
            <a:off x="643467" y="675470"/>
            <a:ext cx="10905066" cy="5507059"/>
          </a:xfrm>
          <a:prstGeom prst="rect">
            <a:avLst/>
          </a:prstGeom>
        </p:spPr>
      </p:pic>
    </p:spTree>
    <p:extLst>
      <p:ext uri="{BB962C8B-B14F-4D97-AF65-F5344CB8AC3E}">
        <p14:creationId xmlns:p14="http://schemas.microsoft.com/office/powerpoint/2010/main" val="4275787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1AFF1A-00B6-9ED3-73E6-9A5B7EBE7995}"/>
              </a:ext>
            </a:extLst>
          </p:cNvPr>
          <p:cNvPicPr>
            <a:picLocks noChangeAspect="1"/>
          </p:cNvPicPr>
          <p:nvPr/>
        </p:nvPicPr>
        <p:blipFill>
          <a:blip r:embed="rId2"/>
          <a:stretch>
            <a:fillRect/>
          </a:stretch>
        </p:blipFill>
        <p:spPr>
          <a:xfrm>
            <a:off x="1209099" y="643466"/>
            <a:ext cx="9773802" cy="5571067"/>
          </a:xfrm>
          <a:prstGeom prst="rect">
            <a:avLst/>
          </a:prstGeom>
        </p:spPr>
      </p:pic>
    </p:spTree>
    <p:extLst>
      <p:ext uri="{BB962C8B-B14F-4D97-AF65-F5344CB8AC3E}">
        <p14:creationId xmlns:p14="http://schemas.microsoft.com/office/powerpoint/2010/main" val="3051990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A39884-49D5-101B-3B28-C5DB7D9F27C7}"/>
              </a:ext>
            </a:extLst>
          </p:cNvPr>
          <p:cNvSpPr>
            <a:spLocks noGrp="1"/>
          </p:cNvSpPr>
          <p:nvPr>
            <p:ph type="title"/>
          </p:nvPr>
        </p:nvSpPr>
        <p:spPr>
          <a:xfrm>
            <a:off x="6803409" y="762001"/>
            <a:ext cx="4156512" cy="1708244"/>
          </a:xfrm>
        </p:spPr>
        <p:txBody>
          <a:bodyPr anchor="ctr">
            <a:normAutofit/>
          </a:bodyPr>
          <a:lstStyle/>
          <a:p>
            <a:r>
              <a:rPr lang="en-US" sz="3400"/>
              <a:t>Which of the following findings require immediate follow-up? </a:t>
            </a:r>
          </a:p>
        </p:txBody>
      </p:sp>
      <p:pic>
        <p:nvPicPr>
          <p:cNvPr id="5" name="Picture 4" descr="Desk with stethoscope and computer keyboard">
            <a:extLst>
              <a:ext uri="{FF2B5EF4-FFF2-40B4-BE49-F238E27FC236}">
                <a16:creationId xmlns:a16="http://schemas.microsoft.com/office/drawing/2014/main" id="{4DA9A17B-0369-3B33-F453-C78CF54E2A5A}"/>
              </a:ext>
            </a:extLst>
          </p:cNvPr>
          <p:cNvPicPr>
            <a:picLocks noChangeAspect="1"/>
          </p:cNvPicPr>
          <p:nvPr/>
        </p:nvPicPr>
        <p:blipFill rotWithShape="1">
          <a:blip r:embed="rId2"/>
          <a:srcRect l="40667" r="-2" b="-2"/>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E5FDB45A-D77C-660E-1304-5628516058E1}"/>
              </a:ext>
            </a:extLst>
          </p:cNvPr>
          <p:cNvSpPr>
            <a:spLocks noGrp="1"/>
          </p:cNvSpPr>
          <p:nvPr>
            <p:ph idx="1"/>
          </p:nvPr>
        </p:nvSpPr>
        <p:spPr>
          <a:xfrm>
            <a:off x="6803409" y="2470245"/>
            <a:ext cx="4156512" cy="3769835"/>
          </a:xfrm>
        </p:spPr>
        <p:txBody>
          <a:bodyPr anchor="ctr">
            <a:normAutofit/>
          </a:bodyPr>
          <a:lstStyle/>
          <a:p>
            <a:r>
              <a:rPr lang="en-US" sz="1700"/>
              <a:t>Loose stool</a:t>
            </a:r>
          </a:p>
          <a:p>
            <a:r>
              <a:rPr lang="en-US" sz="1700"/>
              <a:t>Irritability</a:t>
            </a:r>
          </a:p>
          <a:p>
            <a:r>
              <a:rPr lang="en-US" sz="1700"/>
              <a:t>Weight</a:t>
            </a:r>
          </a:p>
          <a:p>
            <a:r>
              <a:rPr lang="en-US" sz="1700"/>
              <a:t>Vomiting</a:t>
            </a:r>
          </a:p>
          <a:p>
            <a:r>
              <a:rPr lang="en-US" sz="1700"/>
              <a:t>Gestational age</a:t>
            </a:r>
          </a:p>
          <a:p>
            <a:r>
              <a:rPr lang="en-US" sz="1700"/>
              <a:t>Nasal congestion</a:t>
            </a:r>
          </a:p>
          <a:p>
            <a:r>
              <a:rPr lang="en-US" sz="1700"/>
              <a:t>Sick contacts at daycare</a:t>
            </a:r>
          </a:p>
          <a:p>
            <a:r>
              <a:rPr lang="en-US" sz="1700"/>
              <a:t>Hyperactive bowel sounds</a:t>
            </a:r>
          </a:p>
          <a:p>
            <a:r>
              <a:rPr lang="en-US" sz="1700"/>
              <a:t>Tachycardia </a:t>
            </a:r>
          </a:p>
          <a:p>
            <a:r>
              <a:rPr lang="en-US" sz="1700"/>
              <a:t>Jaundice </a:t>
            </a:r>
          </a:p>
        </p:txBody>
      </p:sp>
    </p:spTree>
    <p:extLst>
      <p:ext uri="{BB962C8B-B14F-4D97-AF65-F5344CB8AC3E}">
        <p14:creationId xmlns:p14="http://schemas.microsoft.com/office/powerpoint/2010/main" val="1286928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A39884-49D5-101B-3B28-C5DB7D9F27C7}"/>
              </a:ext>
            </a:extLst>
          </p:cNvPr>
          <p:cNvSpPr>
            <a:spLocks noGrp="1"/>
          </p:cNvSpPr>
          <p:nvPr>
            <p:ph type="title"/>
          </p:nvPr>
        </p:nvSpPr>
        <p:spPr>
          <a:xfrm>
            <a:off x="6803409" y="762001"/>
            <a:ext cx="4156512" cy="1708244"/>
          </a:xfrm>
        </p:spPr>
        <p:txBody>
          <a:bodyPr anchor="ctr">
            <a:normAutofit/>
          </a:bodyPr>
          <a:lstStyle/>
          <a:p>
            <a:r>
              <a:rPr lang="en-US" sz="3400"/>
              <a:t>Which of the following 4 findings require immediate follow-up? </a:t>
            </a:r>
          </a:p>
        </p:txBody>
      </p:sp>
      <p:pic>
        <p:nvPicPr>
          <p:cNvPr id="5" name="Picture 4" descr="Desk with stethoscope and computer keyboard">
            <a:extLst>
              <a:ext uri="{FF2B5EF4-FFF2-40B4-BE49-F238E27FC236}">
                <a16:creationId xmlns:a16="http://schemas.microsoft.com/office/drawing/2014/main" id="{15BDB26B-54B0-DCAA-F158-8A0515E01949}"/>
              </a:ext>
            </a:extLst>
          </p:cNvPr>
          <p:cNvPicPr>
            <a:picLocks noChangeAspect="1"/>
          </p:cNvPicPr>
          <p:nvPr/>
        </p:nvPicPr>
        <p:blipFill rotWithShape="1">
          <a:blip r:embed="rId3"/>
          <a:srcRect l="40667" r="-2" b="-2"/>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E5FDB45A-D77C-660E-1304-5628516058E1}"/>
              </a:ext>
            </a:extLst>
          </p:cNvPr>
          <p:cNvSpPr>
            <a:spLocks noGrp="1"/>
          </p:cNvSpPr>
          <p:nvPr>
            <p:ph idx="1"/>
          </p:nvPr>
        </p:nvSpPr>
        <p:spPr>
          <a:xfrm>
            <a:off x="6803409" y="2470245"/>
            <a:ext cx="4156512" cy="3769835"/>
          </a:xfrm>
        </p:spPr>
        <p:txBody>
          <a:bodyPr anchor="ctr">
            <a:normAutofit/>
          </a:bodyPr>
          <a:lstStyle/>
          <a:p>
            <a:r>
              <a:rPr lang="en-US" sz="1700"/>
              <a:t>Loose stool</a:t>
            </a:r>
          </a:p>
          <a:p>
            <a:r>
              <a:rPr lang="en-US" sz="1700"/>
              <a:t>Irritability</a:t>
            </a:r>
          </a:p>
          <a:p>
            <a:r>
              <a:rPr lang="en-US" sz="1700">
                <a:highlight>
                  <a:srgbClr val="FFFF00"/>
                </a:highlight>
              </a:rPr>
              <a:t>Weight</a:t>
            </a:r>
          </a:p>
          <a:p>
            <a:r>
              <a:rPr lang="en-US" sz="1700">
                <a:highlight>
                  <a:srgbClr val="FFFF00"/>
                </a:highlight>
              </a:rPr>
              <a:t>Vomiting</a:t>
            </a:r>
          </a:p>
          <a:p>
            <a:r>
              <a:rPr lang="en-US" sz="1700"/>
              <a:t>Gestational age</a:t>
            </a:r>
          </a:p>
          <a:p>
            <a:r>
              <a:rPr lang="en-US" sz="1700"/>
              <a:t>Nasal congestion</a:t>
            </a:r>
          </a:p>
          <a:p>
            <a:r>
              <a:rPr lang="en-US" sz="1700"/>
              <a:t>Sick contacts at daycare</a:t>
            </a:r>
          </a:p>
          <a:p>
            <a:r>
              <a:rPr lang="en-US" sz="1700"/>
              <a:t>Hyperactive bowel sounds</a:t>
            </a:r>
          </a:p>
          <a:p>
            <a:r>
              <a:rPr lang="en-US" sz="1700">
                <a:highlight>
                  <a:srgbClr val="FFFF00"/>
                </a:highlight>
              </a:rPr>
              <a:t>Tachycardia</a:t>
            </a:r>
            <a:r>
              <a:rPr lang="en-US" sz="1700"/>
              <a:t> </a:t>
            </a:r>
          </a:p>
          <a:p>
            <a:r>
              <a:rPr lang="en-US" sz="1700">
                <a:highlight>
                  <a:srgbClr val="FFFF00"/>
                </a:highlight>
              </a:rPr>
              <a:t>Jaundice</a:t>
            </a:r>
            <a:r>
              <a:rPr lang="en-US" sz="1700"/>
              <a:t> </a:t>
            </a:r>
          </a:p>
        </p:txBody>
      </p:sp>
    </p:spTree>
    <p:extLst>
      <p:ext uri="{BB962C8B-B14F-4D97-AF65-F5344CB8AC3E}">
        <p14:creationId xmlns:p14="http://schemas.microsoft.com/office/powerpoint/2010/main" val="2265208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761C68-744D-E63C-2912-8A901F4499E5}"/>
              </a:ext>
            </a:extLst>
          </p:cNvPr>
          <p:cNvPicPr>
            <a:picLocks noChangeAspect="1"/>
          </p:cNvPicPr>
          <p:nvPr/>
        </p:nvPicPr>
        <p:blipFill>
          <a:blip r:embed="rId2"/>
          <a:stretch>
            <a:fillRect/>
          </a:stretch>
        </p:blipFill>
        <p:spPr>
          <a:xfrm>
            <a:off x="1929231" y="0"/>
            <a:ext cx="8333538" cy="6858000"/>
          </a:xfrm>
          <a:prstGeom prst="rect">
            <a:avLst/>
          </a:prstGeom>
        </p:spPr>
      </p:pic>
    </p:spTree>
    <p:extLst>
      <p:ext uri="{BB962C8B-B14F-4D97-AF65-F5344CB8AC3E}">
        <p14:creationId xmlns:p14="http://schemas.microsoft.com/office/powerpoint/2010/main" val="1234989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3A123DF-CA93-7143-E459-51B2420A5AD4}"/>
              </a:ext>
            </a:extLst>
          </p:cNvPr>
          <p:cNvSpPr>
            <a:spLocks noGrp="1"/>
          </p:cNvSpPr>
          <p:nvPr>
            <p:ph type="title"/>
          </p:nvPr>
        </p:nvSpPr>
        <p:spPr>
          <a:xfrm>
            <a:off x="589557" y="244742"/>
            <a:ext cx="10938827" cy="1235225"/>
          </a:xfrm>
        </p:spPr>
        <p:txBody>
          <a:bodyPr vert="horz" lIns="91440" tIns="45720" rIns="91440" bIns="45720" rtlCol="0" anchor="ctr">
            <a:normAutofit/>
          </a:bodyPr>
          <a:lstStyle/>
          <a:p>
            <a:r>
              <a:rPr lang="en-US" sz="2500" kern="1200" dirty="0">
                <a:solidFill>
                  <a:schemeClr val="tx1"/>
                </a:solidFill>
                <a:latin typeface="+mj-lt"/>
                <a:ea typeface="+mj-ea"/>
                <a:cs typeface="+mj-cs"/>
              </a:rPr>
              <a:t>For each client finding, click to specify if the finding is consistent with the disease process of gastroenteritis, intussusception, or pyloric stenosis. Each finding may support more than one disease process. </a:t>
            </a:r>
          </a:p>
        </p:txBody>
      </p:sp>
      <p:graphicFrame>
        <p:nvGraphicFramePr>
          <p:cNvPr id="2" name="Table 2">
            <a:extLst>
              <a:ext uri="{FF2B5EF4-FFF2-40B4-BE49-F238E27FC236}">
                <a16:creationId xmlns:a16="http://schemas.microsoft.com/office/drawing/2014/main" id="{BCC16EED-87A9-A2DD-2989-CDD9C772EE27}"/>
              </a:ext>
            </a:extLst>
          </p:cNvPr>
          <p:cNvGraphicFramePr>
            <a:graphicFrameLocks noGrp="1"/>
          </p:cNvGraphicFramePr>
          <p:nvPr>
            <p:extLst>
              <p:ext uri="{D42A27DB-BD31-4B8C-83A1-F6EECF244321}">
                <p14:modId xmlns:p14="http://schemas.microsoft.com/office/powerpoint/2010/main" val="622482634"/>
              </p:ext>
            </p:extLst>
          </p:nvPr>
        </p:nvGraphicFramePr>
        <p:xfrm>
          <a:off x="1024626" y="2375210"/>
          <a:ext cx="10142353" cy="3844619"/>
        </p:xfrm>
        <a:graphic>
          <a:graphicData uri="http://schemas.openxmlformats.org/drawingml/2006/table">
            <a:tbl>
              <a:tblPr firstRow="1" bandRow="1">
                <a:tableStyleId>{5C22544A-7EE6-4342-B048-85BDC9FD1C3A}</a:tableStyleId>
              </a:tblPr>
              <a:tblGrid>
                <a:gridCol w="2559286">
                  <a:extLst>
                    <a:ext uri="{9D8B030D-6E8A-4147-A177-3AD203B41FA5}">
                      <a16:colId xmlns:a16="http://schemas.microsoft.com/office/drawing/2014/main" val="2332947354"/>
                    </a:ext>
                  </a:extLst>
                </a:gridCol>
                <a:gridCol w="2527689">
                  <a:extLst>
                    <a:ext uri="{9D8B030D-6E8A-4147-A177-3AD203B41FA5}">
                      <a16:colId xmlns:a16="http://schemas.microsoft.com/office/drawing/2014/main" val="3031719114"/>
                    </a:ext>
                  </a:extLst>
                </a:gridCol>
                <a:gridCol w="2527689">
                  <a:extLst>
                    <a:ext uri="{9D8B030D-6E8A-4147-A177-3AD203B41FA5}">
                      <a16:colId xmlns:a16="http://schemas.microsoft.com/office/drawing/2014/main" val="2609218912"/>
                    </a:ext>
                  </a:extLst>
                </a:gridCol>
                <a:gridCol w="2527689">
                  <a:extLst>
                    <a:ext uri="{9D8B030D-6E8A-4147-A177-3AD203B41FA5}">
                      <a16:colId xmlns:a16="http://schemas.microsoft.com/office/drawing/2014/main" val="161802296"/>
                    </a:ext>
                  </a:extLst>
                </a:gridCol>
              </a:tblGrid>
              <a:tr h="500483">
                <a:tc>
                  <a:txBody>
                    <a:bodyPr/>
                    <a:lstStyle/>
                    <a:p>
                      <a:r>
                        <a:rPr lang="en-US" sz="2200"/>
                        <a:t>Client Finding</a:t>
                      </a:r>
                    </a:p>
                  </a:txBody>
                  <a:tcPr marL="113746" marR="113746" marT="56873" marB="56873"/>
                </a:tc>
                <a:tc>
                  <a:txBody>
                    <a:bodyPr/>
                    <a:lstStyle/>
                    <a:p>
                      <a:r>
                        <a:rPr lang="en-US" sz="2200"/>
                        <a:t>Gastroenteritis </a:t>
                      </a:r>
                    </a:p>
                  </a:txBody>
                  <a:tcPr marL="113746" marR="113746" marT="56873" marB="56873"/>
                </a:tc>
                <a:tc>
                  <a:txBody>
                    <a:bodyPr/>
                    <a:lstStyle/>
                    <a:p>
                      <a:r>
                        <a:rPr lang="en-US" sz="2200"/>
                        <a:t>Intussusception</a:t>
                      </a:r>
                    </a:p>
                  </a:txBody>
                  <a:tcPr marL="113746" marR="113746" marT="56873" marB="56873"/>
                </a:tc>
                <a:tc>
                  <a:txBody>
                    <a:bodyPr/>
                    <a:lstStyle/>
                    <a:p>
                      <a:r>
                        <a:rPr lang="en-US" sz="2200"/>
                        <a:t>Pyloric Stenosis </a:t>
                      </a:r>
                    </a:p>
                  </a:txBody>
                  <a:tcPr marL="113746" marR="113746" marT="56873" marB="56873"/>
                </a:tc>
                <a:extLst>
                  <a:ext uri="{0D108BD9-81ED-4DB2-BD59-A6C34878D82A}">
                    <a16:rowId xmlns:a16="http://schemas.microsoft.com/office/drawing/2014/main" val="2583134914"/>
                  </a:ext>
                </a:extLst>
              </a:tr>
              <a:tr h="500483">
                <a:tc>
                  <a:txBody>
                    <a:bodyPr/>
                    <a:lstStyle/>
                    <a:p>
                      <a:r>
                        <a:rPr lang="en-US" sz="2200"/>
                        <a:t>Vomiting</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2988316038"/>
                  </a:ext>
                </a:extLst>
              </a:tr>
              <a:tr h="500483">
                <a:tc>
                  <a:txBody>
                    <a:bodyPr/>
                    <a:lstStyle/>
                    <a:p>
                      <a:r>
                        <a:rPr lang="en-US" sz="2200"/>
                        <a:t>Weight Loss</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3381177142"/>
                  </a:ext>
                </a:extLst>
              </a:tr>
              <a:tr h="500483">
                <a:tc>
                  <a:txBody>
                    <a:bodyPr/>
                    <a:lstStyle/>
                    <a:p>
                      <a:r>
                        <a:rPr lang="en-US" sz="2200"/>
                        <a:t>Loose stool</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1662834055"/>
                  </a:ext>
                </a:extLst>
              </a:tr>
              <a:tr h="500483">
                <a:tc>
                  <a:txBody>
                    <a:bodyPr/>
                    <a:lstStyle/>
                    <a:p>
                      <a:r>
                        <a:rPr lang="en-US" sz="2200"/>
                        <a:t>Abdominal mass</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153773333"/>
                  </a:ext>
                </a:extLst>
              </a:tr>
              <a:tr h="500483">
                <a:tc>
                  <a:txBody>
                    <a:bodyPr/>
                    <a:lstStyle/>
                    <a:p>
                      <a:r>
                        <a:rPr lang="en-US" sz="2200"/>
                        <a:t>Maintains appetite</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3029606733"/>
                  </a:ext>
                </a:extLst>
              </a:tr>
              <a:tr h="841721">
                <a:tc>
                  <a:txBody>
                    <a:bodyPr/>
                    <a:lstStyle/>
                    <a:p>
                      <a:r>
                        <a:rPr lang="en-US" sz="2200"/>
                        <a:t>Exposure to sick contacts </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2942785187"/>
                  </a:ext>
                </a:extLst>
              </a:tr>
            </a:tbl>
          </a:graphicData>
        </a:graphic>
      </p:graphicFrame>
    </p:spTree>
    <p:extLst>
      <p:ext uri="{BB962C8B-B14F-4D97-AF65-F5344CB8AC3E}">
        <p14:creationId xmlns:p14="http://schemas.microsoft.com/office/powerpoint/2010/main" val="1861396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3A123DF-CA93-7143-E459-51B2420A5AD4}"/>
              </a:ext>
            </a:extLst>
          </p:cNvPr>
          <p:cNvSpPr>
            <a:spLocks noGrp="1"/>
          </p:cNvSpPr>
          <p:nvPr>
            <p:ph type="title"/>
          </p:nvPr>
        </p:nvSpPr>
        <p:spPr>
          <a:xfrm>
            <a:off x="589557" y="244742"/>
            <a:ext cx="10707333" cy="1235225"/>
          </a:xfrm>
        </p:spPr>
        <p:txBody>
          <a:bodyPr vert="horz" lIns="91440" tIns="45720" rIns="91440" bIns="45720" rtlCol="0" anchor="ctr">
            <a:normAutofit/>
          </a:bodyPr>
          <a:lstStyle/>
          <a:p>
            <a:r>
              <a:rPr lang="en-US" sz="2500" kern="1200" dirty="0">
                <a:solidFill>
                  <a:schemeClr val="tx1"/>
                </a:solidFill>
                <a:latin typeface="+mj-lt"/>
                <a:ea typeface="+mj-ea"/>
                <a:cs typeface="+mj-cs"/>
              </a:rPr>
              <a:t>For each client finding, click to specify if the finding is consistent with the disease process of gastroenteritis, intussusception, or pyloric stenosis. Each finding may support more than one disease process. </a:t>
            </a:r>
          </a:p>
        </p:txBody>
      </p:sp>
      <p:graphicFrame>
        <p:nvGraphicFramePr>
          <p:cNvPr id="2" name="Table 2">
            <a:extLst>
              <a:ext uri="{FF2B5EF4-FFF2-40B4-BE49-F238E27FC236}">
                <a16:creationId xmlns:a16="http://schemas.microsoft.com/office/drawing/2014/main" id="{BCC16EED-87A9-A2DD-2989-CDD9C772EE27}"/>
              </a:ext>
            </a:extLst>
          </p:cNvPr>
          <p:cNvGraphicFramePr>
            <a:graphicFrameLocks noGrp="1"/>
          </p:cNvGraphicFramePr>
          <p:nvPr>
            <p:extLst>
              <p:ext uri="{D42A27DB-BD31-4B8C-83A1-F6EECF244321}">
                <p14:modId xmlns:p14="http://schemas.microsoft.com/office/powerpoint/2010/main" val="1344819793"/>
              </p:ext>
            </p:extLst>
          </p:nvPr>
        </p:nvGraphicFramePr>
        <p:xfrm>
          <a:off x="1024626" y="2375210"/>
          <a:ext cx="10142353" cy="3844619"/>
        </p:xfrm>
        <a:graphic>
          <a:graphicData uri="http://schemas.openxmlformats.org/drawingml/2006/table">
            <a:tbl>
              <a:tblPr firstRow="1" bandRow="1">
                <a:tableStyleId>{5C22544A-7EE6-4342-B048-85BDC9FD1C3A}</a:tableStyleId>
              </a:tblPr>
              <a:tblGrid>
                <a:gridCol w="2559286">
                  <a:extLst>
                    <a:ext uri="{9D8B030D-6E8A-4147-A177-3AD203B41FA5}">
                      <a16:colId xmlns:a16="http://schemas.microsoft.com/office/drawing/2014/main" val="2332947354"/>
                    </a:ext>
                  </a:extLst>
                </a:gridCol>
                <a:gridCol w="2527689">
                  <a:extLst>
                    <a:ext uri="{9D8B030D-6E8A-4147-A177-3AD203B41FA5}">
                      <a16:colId xmlns:a16="http://schemas.microsoft.com/office/drawing/2014/main" val="3031719114"/>
                    </a:ext>
                  </a:extLst>
                </a:gridCol>
                <a:gridCol w="2527689">
                  <a:extLst>
                    <a:ext uri="{9D8B030D-6E8A-4147-A177-3AD203B41FA5}">
                      <a16:colId xmlns:a16="http://schemas.microsoft.com/office/drawing/2014/main" val="2609218912"/>
                    </a:ext>
                  </a:extLst>
                </a:gridCol>
                <a:gridCol w="2527689">
                  <a:extLst>
                    <a:ext uri="{9D8B030D-6E8A-4147-A177-3AD203B41FA5}">
                      <a16:colId xmlns:a16="http://schemas.microsoft.com/office/drawing/2014/main" val="161802296"/>
                    </a:ext>
                  </a:extLst>
                </a:gridCol>
              </a:tblGrid>
              <a:tr h="500483">
                <a:tc>
                  <a:txBody>
                    <a:bodyPr/>
                    <a:lstStyle/>
                    <a:p>
                      <a:r>
                        <a:rPr lang="en-US" sz="2200"/>
                        <a:t>Client Finding</a:t>
                      </a:r>
                    </a:p>
                  </a:txBody>
                  <a:tcPr marL="113746" marR="113746" marT="56873" marB="56873"/>
                </a:tc>
                <a:tc>
                  <a:txBody>
                    <a:bodyPr/>
                    <a:lstStyle/>
                    <a:p>
                      <a:r>
                        <a:rPr lang="en-US" sz="2200"/>
                        <a:t>Gastroenteritis </a:t>
                      </a:r>
                    </a:p>
                  </a:txBody>
                  <a:tcPr marL="113746" marR="113746" marT="56873" marB="56873"/>
                </a:tc>
                <a:tc>
                  <a:txBody>
                    <a:bodyPr/>
                    <a:lstStyle/>
                    <a:p>
                      <a:r>
                        <a:rPr lang="en-US" sz="2200"/>
                        <a:t>Intussusception</a:t>
                      </a:r>
                    </a:p>
                  </a:txBody>
                  <a:tcPr marL="113746" marR="113746" marT="56873" marB="56873"/>
                </a:tc>
                <a:tc>
                  <a:txBody>
                    <a:bodyPr/>
                    <a:lstStyle/>
                    <a:p>
                      <a:r>
                        <a:rPr lang="en-US" sz="2200"/>
                        <a:t>Pyloric Stenosis </a:t>
                      </a:r>
                    </a:p>
                  </a:txBody>
                  <a:tcPr marL="113746" marR="113746" marT="56873" marB="56873"/>
                </a:tc>
                <a:extLst>
                  <a:ext uri="{0D108BD9-81ED-4DB2-BD59-A6C34878D82A}">
                    <a16:rowId xmlns:a16="http://schemas.microsoft.com/office/drawing/2014/main" val="2583134914"/>
                  </a:ext>
                </a:extLst>
              </a:tr>
              <a:tr h="500483">
                <a:tc>
                  <a:txBody>
                    <a:bodyPr/>
                    <a:lstStyle/>
                    <a:p>
                      <a:r>
                        <a:rPr lang="en-US" sz="2200"/>
                        <a:t>Vomiting</a:t>
                      </a:r>
                    </a:p>
                  </a:txBody>
                  <a:tcPr marL="113746" marR="113746" marT="56873" marB="56873"/>
                </a:tc>
                <a:tc>
                  <a:txBody>
                    <a:bodyPr/>
                    <a:lstStyle/>
                    <a:p>
                      <a:r>
                        <a:rPr lang="en-US" sz="2200"/>
                        <a:t>x</a:t>
                      </a:r>
                    </a:p>
                  </a:txBody>
                  <a:tcPr marL="113746" marR="113746" marT="56873" marB="56873"/>
                </a:tc>
                <a:tc>
                  <a:txBody>
                    <a:bodyPr/>
                    <a:lstStyle/>
                    <a:p>
                      <a:r>
                        <a:rPr lang="en-US" sz="2200"/>
                        <a:t>x</a:t>
                      </a:r>
                    </a:p>
                  </a:txBody>
                  <a:tcPr marL="113746" marR="113746" marT="56873" marB="56873"/>
                </a:tc>
                <a:tc>
                  <a:txBody>
                    <a:bodyPr/>
                    <a:lstStyle/>
                    <a:p>
                      <a:r>
                        <a:rPr lang="en-US" sz="2200"/>
                        <a:t>x</a:t>
                      </a:r>
                    </a:p>
                  </a:txBody>
                  <a:tcPr marL="113746" marR="113746" marT="56873" marB="56873"/>
                </a:tc>
                <a:extLst>
                  <a:ext uri="{0D108BD9-81ED-4DB2-BD59-A6C34878D82A}">
                    <a16:rowId xmlns:a16="http://schemas.microsoft.com/office/drawing/2014/main" val="2988316038"/>
                  </a:ext>
                </a:extLst>
              </a:tr>
              <a:tr h="500483">
                <a:tc>
                  <a:txBody>
                    <a:bodyPr/>
                    <a:lstStyle/>
                    <a:p>
                      <a:r>
                        <a:rPr lang="en-US" sz="2200"/>
                        <a:t>Weight Loss</a:t>
                      </a:r>
                    </a:p>
                  </a:txBody>
                  <a:tcPr marL="113746" marR="113746" marT="56873" marB="56873"/>
                </a:tc>
                <a:tc>
                  <a:txBody>
                    <a:bodyPr/>
                    <a:lstStyle/>
                    <a:p>
                      <a:r>
                        <a:rPr lang="en-US" sz="2200"/>
                        <a:t>x</a:t>
                      </a:r>
                    </a:p>
                  </a:txBody>
                  <a:tcPr marL="113746" marR="113746" marT="56873" marB="56873"/>
                </a:tc>
                <a:tc>
                  <a:txBody>
                    <a:bodyPr/>
                    <a:lstStyle/>
                    <a:p>
                      <a:r>
                        <a:rPr lang="en-US" sz="2200"/>
                        <a:t>x</a:t>
                      </a:r>
                    </a:p>
                  </a:txBody>
                  <a:tcPr marL="113746" marR="113746" marT="56873" marB="56873"/>
                </a:tc>
                <a:tc>
                  <a:txBody>
                    <a:bodyPr/>
                    <a:lstStyle/>
                    <a:p>
                      <a:r>
                        <a:rPr lang="en-US" sz="2200"/>
                        <a:t>x</a:t>
                      </a:r>
                    </a:p>
                  </a:txBody>
                  <a:tcPr marL="113746" marR="113746" marT="56873" marB="56873"/>
                </a:tc>
                <a:extLst>
                  <a:ext uri="{0D108BD9-81ED-4DB2-BD59-A6C34878D82A}">
                    <a16:rowId xmlns:a16="http://schemas.microsoft.com/office/drawing/2014/main" val="3381177142"/>
                  </a:ext>
                </a:extLst>
              </a:tr>
              <a:tr h="500483">
                <a:tc>
                  <a:txBody>
                    <a:bodyPr/>
                    <a:lstStyle/>
                    <a:p>
                      <a:r>
                        <a:rPr lang="en-US" sz="2200"/>
                        <a:t>Loose stool</a:t>
                      </a:r>
                    </a:p>
                  </a:txBody>
                  <a:tcPr marL="113746" marR="113746" marT="56873" marB="56873"/>
                </a:tc>
                <a:tc>
                  <a:txBody>
                    <a:bodyPr/>
                    <a:lstStyle/>
                    <a:p>
                      <a:r>
                        <a:rPr lang="en-US" sz="2200"/>
                        <a:t>x</a:t>
                      </a:r>
                    </a:p>
                  </a:txBody>
                  <a:tcPr marL="113746" marR="113746" marT="56873" marB="56873"/>
                </a:tc>
                <a:tc>
                  <a:txBody>
                    <a:bodyPr/>
                    <a:lstStyle/>
                    <a:p>
                      <a:r>
                        <a:rPr lang="en-US" sz="2200"/>
                        <a:t>x</a:t>
                      </a:r>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1662834055"/>
                  </a:ext>
                </a:extLst>
              </a:tr>
              <a:tr h="500483">
                <a:tc>
                  <a:txBody>
                    <a:bodyPr/>
                    <a:lstStyle/>
                    <a:p>
                      <a:r>
                        <a:rPr lang="en-US" sz="2200"/>
                        <a:t>Abdominal mass</a:t>
                      </a:r>
                    </a:p>
                  </a:txBody>
                  <a:tcPr marL="113746" marR="113746" marT="56873" marB="56873"/>
                </a:tc>
                <a:tc>
                  <a:txBody>
                    <a:bodyPr/>
                    <a:lstStyle/>
                    <a:p>
                      <a:endParaRPr lang="en-US" sz="2200"/>
                    </a:p>
                  </a:txBody>
                  <a:tcPr marL="113746" marR="113746" marT="56873" marB="56873"/>
                </a:tc>
                <a:tc>
                  <a:txBody>
                    <a:bodyPr/>
                    <a:lstStyle/>
                    <a:p>
                      <a:r>
                        <a:rPr lang="en-US" sz="2200"/>
                        <a:t>x</a:t>
                      </a:r>
                    </a:p>
                  </a:txBody>
                  <a:tcPr marL="113746" marR="113746" marT="56873" marB="56873"/>
                </a:tc>
                <a:tc>
                  <a:txBody>
                    <a:bodyPr/>
                    <a:lstStyle/>
                    <a:p>
                      <a:r>
                        <a:rPr lang="en-US" sz="2200"/>
                        <a:t>x</a:t>
                      </a:r>
                    </a:p>
                  </a:txBody>
                  <a:tcPr marL="113746" marR="113746" marT="56873" marB="56873"/>
                </a:tc>
                <a:extLst>
                  <a:ext uri="{0D108BD9-81ED-4DB2-BD59-A6C34878D82A}">
                    <a16:rowId xmlns:a16="http://schemas.microsoft.com/office/drawing/2014/main" val="153773333"/>
                  </a:ext>
                </a:extLst>
              </a:tr>
              <a:tr h="500483">
                <a:tc>
                  <a:txBody>
                    <a:bodyPr/>
                    <a:lstStyle/>
                    <a:p>
                      <a:r>
                        <a:rPr lang="en-US" sz="2200"/>
                        <a:t>Maintains appetite</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tc>
                  <a:txBody>
                    <a:bodyPr/>
                    <a:lstStyle/>
                    <a:p>
                      <a:r>
                        <a:rPr lang="en-US" sz="2200"/>
                        <a:t>x</a:t>
                      </a:r>
                    </a:p>
                  </a:txBody>
                  <a:tcPr marL="113746" marR="113746" marT="56873" marB="56873"/>
                </a:tc>
                <a:extLst>
                  <a:ext uri="{0D108BD9-81ED-4DB2-BD59-A6C34878D82A}">
                    <a16:rowId xmlns:a16="http://schemas.microsoft.com/office/drawing/2014/main" val="3029606733"/>
                  </a:ext>
                </a:extLst>
              </a:tr>
              <a:tr h="841721">
                <a:tc>
                  <a:txBody>
                    <a:bodyPr/>
                    <a:lstStyle/>
                    <a:p>
                      <a:r>
                        <a:rPr lang="en-US" sz="2200"/>
                        <a:t>Exposure to sick contacts </a:t>
                      </a:r>
                    </a:p>
                  </a:txBody>
                  <a:tcPr marL="113746" marR="113746" marT="56873" marB="56873"/>
                </a:tc>
                <a:tc>
                  <a:txBody>
                    <a:bodyPr/>
                    <a:lstStyle/>
                    <a:p>
                      <a:r>
                        <a:rPr lang="en-US" sz="2200"/>
                        <a:t>x</a:t>
                      </a:r>
                    </a:p>
                  </a:txBody>
                  <a:tcPr marL="113746" marR="113746" marT="56873" marB="56873"/>
                </a:tc>
                <a:tc>
                  <a:txBody>
                    <a:bodyPr/>
                    <a:lstStyle/>
                    <a:p>
                      <a:endParaRPr lang="en-US" sz="2200"/>
                    </a:p>
                  </a:txBody>
                  <a:tcPr marL="113746" marR="113746" marT="56873" marB="56873"/>
                </a:tc>
                <a:tc>
                  <a:txBody>
                    <a:bodyPr/>
                    <a:lstStyle/>
                    <a:p>
                      <a:endParaRPr lang="en-US" sz="2200"/>
                    </a:p>
                  </a:txBody>
                  <a:tcPr marL="113746" marR="113746" marT="56873" marB="56873"/>
                </a:tc>
                <a:extLst>
                  <a:ext uri="{0D108BD9-81ED-4DB2-BD59-A6C34878D82A}">
                    <a16:rowId xmlns:a16="http://schemas.microsoft.com/office/drawing/2014/main" val="2942785187"/>
                  </a:ext>
                </a:extLst>
              </a:tr>
            </a:tbl>
          </a:graphicData>
        </a:graphic>
      </p:graphicFrame>
    </p:spTree>
    <p:extLst>
      <p:ext uri="{BB962C8B-B14F-4D97-AF65-F5344CB8AC3E}">
        <p14:creationId xmlns:p14="http://schemas.microsoft.com/office/powerpoint/2010/main" val="4127792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A9F6AC-8ADC-26F8-F8FA-8C9439716F68}"/>
              </a:ext>
            </a:extLst>
          </p:cNvPr>
          <p:cNvPicPr>
            <a:picLocks noChangeAspect="1"/>
          </p:cNvPicPr>
          <p:nvPr/>
        </p:nvPicPr>
        <p:blipFill>
          <a:blip r:embed="rId2"/>
          <a:stretch>
            <a:fillRect/>
          </a:stretch>
        </p:blipFill>
        <p:spPr>
          <a:xfrm>
            <a:off x="1699599" y="447259"/>
            <a:ext cx="8792802" cy="5963482"/>
          </a:xfrm>
          <a:prstGeom prst="rect">
            <a:avLst/>
          </a:prstGeom>
        </p:spPr>
      </p:pic>
    </p:spTree>
    <p:extLst>
      <p:ext uri="{BB962C8B-B14F-4D97-AF65-F5344CB8AC3E}">
        <p14:creationId xmlns:p14="http://schemas.microsoft.com/office/powerpoint/2010/main" val="938158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23A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99F0BB0-7968-7244-1A27-818241FAF7B6}"/>
              </a:ext>
            </a:extLst>
          </p:cNvPr>
          <p:cNvPicPr>
            <a:picLocks noChangeAspect="1"/>
          </p:cNvPicPr>
          <p:nvPr/>
        </p:nvPicPr>
        <p:blipFill>
          <a:blip r:embed="rId2"/>
          <a:stretch>
            <a:fillRect/>
          </a:stretch>
        </p:blipFill>
        <p:spPr>
          <a:xfrm>
            <a:off x="643467" y="1793240"/>
            <a:ext cx="10905066" cy="3271520"/>
          </a:xfrm>
          <a:prstGeom prst="rect">
            <a:avLst/>
          </a:prstGeom>
        </p:spPr>
      </p:pic>
    </p:spTree>
    <p:extLst>
      <p:ext uri="{BB962C8B-B14F-4D97-AF65-F5344CB8AC3E}">
        <p14:creationId xmlns:p14="http://schemas.microsoft.com/office/powerpoint/2010/main" val="2050999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EEBFA4C8-C301-60A7-C96E-E85360F5D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357722-CBF7-0836-B518-69A348D240B8}"/>
              </a:ext>
            </a:extLst>
          </p:cNvPr>
          <p:cNvSpPr>
            <a:spLocks noGrp="1"/>
          </p:cNvSpPr>
          <p:nvPr>
            <p:ph type="title"/>
          </p:nvPr>
        </p:nvSpPr>
        <p:spPr>
          <a:xfrm>
            <a:off x="761801" y="283714"/>
            <a:ext cx="9906799" cy="1161688"/>
          </a:xfrm>
        </p:spPr>
        <p:txBody>
          <a:bodyPr anchor="ctr">
            <a:normAutofit/>
          </a:bodyPr>
          <a:lstStyle/>
          <a:p>
            <a:r>
              <a:rPr lang="en-US" sz="2800"/>
              <a:t>The nurse has reviewed the clinic Nurses’ Notes at 1415. Complete the following sentence by choosing from the list of options. </a:t>
            </a:r>
          </a:p>
        </p:txBody>
      </p:sp>
      <p:sp>
        <p:nvSpPr>
          <p:cNvPr id="3" name="Content Placeholder 2">
            <a:extLst>
              <a:ext uri="{FF2B5EF4-FFF2-40B4-BE49-F238E27FC236}">
                <a16:creationId xmlns:a16="http://schemas.microsoft.com/office/drawing/2014/main" id="{D63CDF78-A365-9FDC-9E35-B8BB38F2A2F1}"/>
              </a:ext>
            </a:extLst>
          </p:cNvPr>
          <p:cNvSpPr>
            <a:spLocks noGrp="1"/>
          </p:cNvSpPr>
          <p:nvPr>
            <p:ph idx="1"/>
          </p:nvPr>
        </p:nvSpPr>
        <p:spPr>
          <a:xfrm>
            <a:off x="1296365" y="2012831"/>
            <a:ext cx="9826906" cy="4239046"/>
          </a:xfrm>
        </p:spPr>
        <p:txBody>
          <a:bodyPr anchor="ctr">
            <a:normAutofit/>
          </a:bodyPr>
          <a:lstStyle/>
          <a:p>
            <a:r>
              <a:rPr lang="en-US" sz="2000" dirty="0"/>
              <a:t>The nurse should recognize that the client is most likely experiencing </a:t>
            </a:r>
          </a:p>
          <a:p>
            <a:pPr lvl="1"/>
            <a:r>
              <a:rPr lang="en-US" sz="2000" dirty="0"/>
              <a:t>Dehydration</a:t>
            </a:r>
          </a:p>
          <a:p>
            <a:pPr lvl="1"/>
            <a:r>
              <a:rPr lang="en-US" sz="2000" dirty="0"/>
              <a:t>Pain</a:t>
            </a:r>
          </a:p>
          <a:p>
            <a:pPr lvl="1"/>
            <a:r>
              <a:rPr lang="en-US" sz="2000" dirty="0"/>
              <a:t>Hypoglycemia</a:t>
            </a:r>
          </a:p>
          <a:p>
            <a:r>
              <a:rPr lang="en-US" sz="2000" dirty="0"/>
              <a:t>Due to </a:t>
            </a:r>
          </a:p>
          <a:p>
            <a:pPr lvl="1"/>
            <a:r>
              <a:rPr lang="en-US" sz="2000" dirty="0"/>
              <a:t>Viral infection</a:t>
            </a:r>
          </a:p>
          <a:p>
            <a:pPr lvl="1"/>
            <a:r>
              <a:rPr lang="en-US" sz="2000" dirty="0"/>
              <a:t>Pyloric stenosis</a:t>
            </a:r>
          </a:p>
          <a:p>
            <a:pPr lvl="1"/>
            <a:r>
              <a:rPr lang="en-US" sz="2000" dirty="0"/>
              <a:t>Intussusception</a:t>
            </a:r>
          </a:p>
          <a:p>
            <a:pPr marL="457200" lvl="1" indent="0">
              <a:buNone/>
            </a:pPr>
            <a:endParaRPr lang="en-US" sz="2000" dirty="0"/>
          </a:p>
        </p:txBody>
      </p:sp>
    </p:spTree>
    <p:extLst>
      <p:ext uri="{BB962C8B-B14F-4D97-AF65-F5344CB8AC3E}">
        <p14:creationId xmlns:p14="http://schemas.microsoft.com/office/powerpoint/2010/main" val="2726334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BFA4C8-C301-60A7-C96E-E85360F5D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357722-CBF7-0836-B518-69A348D240B8}"/>
              </a:ext>
            </a:extLst>
          </p:cNvPr>
          <p:cNvSpPr>
            <a:spLocks noGrp="1"/>
          </p:cNvSpPr>
          <p:nvPr>
            <p:ph type="title"/>
          </p:nvPr>
        </p:nvSpPr>
        <p:spPr>
          <a:xfrm>
            <a:off x="761801" y="283714"/>
            <a:ext cx="9906799" cy="1161688"/>
          </a:xfrm>
        </p:spPr>
        <p:txBody>
          <a:bodyPr anchor="ctr">
            <a:normAutofit/>
          </a:bodyPr>
          <a:lstStyle/>
          <a:p>
            <a:r>
              <a:rPr lang="en-US" sz="2800"/>
              <a:t>The nurse has reviewed the clinic Nurses’ Notes at 1415. Complete the following sentence by choosing from the list of options. </a:t>
            </a:r>
          </a:p>
        </p:txBody>
      </p:sp>
      <p:sp>
        <p:nvSpPr>
          <p:cNvPr id="3" name="Content Placeholder 2">
            <a:extLst>
              <a:ext uri="{FF2B5EF4-FFF2-40B4-BE49-F238E27FC236}">
                <a16:creationId xmlns:a16="http://schemas.microsoft.com/office/drawing/2014/main" id="{D63CDF78-A365-9FDC-9E35-B8BB38F2A2F1}"/>
              </a:ext>
            </a:extLst>
          </p:cNvPr>
          <p:cNvSpPr>
            <a:spLocks noGrp="1"/>
          </p:cNvSpPr>
          <p:nvPr>
            <p:ph idx="1"/>
          </p:nvPr>
        </p:nvSpPr>
        <p:spPr>
          <a:xfrm>
            <a:off x="2253561" y="2217761"/>
            <a:ext cx="7680959" cy="4034116"/>
          </a:xfrm>
        </p:spPr>
        <p:txBody>
          <a:bodyPr anchor="ctr">
            <a:normAutofit/>
          </a:bodyPr>
          <a:lstStyle/>
          <a:p>
            <a:r>
              <a:rPr lang="en-US" sz="2000"/>
              <a:t>The nurse should recognize that the client is most likely experiencing </a:t>
            </a:r>
          </a:p>
          <a:p>
            <a:pPr lvl="1"/>
            <a:r>
              <a:rPr lang="en-US" sz="2000">
                <a:highlight>
                  <a:srgbClr val="FFFF00"/>
                </a:highlight>
              </a:rPr>
              <a:t>Dehydration</a:t>
            </a:r>
          </a:p>
          <a:p>
            <a:pPr lvl="1"/>
            <a:r>
              <a:rPr lang="en-US" sz="2000"/>
              <a:t>Pain</a:t>
            </a:r>
          </a:p>
          <a:p>
            <a:pPr lvl="1"/>
            <a:r>
              <a:rPr lang="en-US" sz="2000"/>
              <a:t>Hypoglycemia</a:t>
            </a:r>
          </a:p>
          <a:p>
            <a:r>
              <a:rPr lang="en-US" sz="2000"/>
              <a:t>Due to </a:t>
            </a:r>
          </a:p>
          <a:p>
            <a:pPr lvl="1"/>
            <a:r>
              <a:rPr lang="en-US" sz="2000"/>
              <a:t>Viral infection</a:t>
            </a:r>
          </a:p>
          <a:p>
            <a:pPr lvl="1"/>
            <a:r>
              <a:rPr lang="en-US" sz="2000">
                <a:highlight>
                  <a:srgbClr val="FFFF00"/>
                </a:highlight>
              </a:rPr>
              <a:t>Pyloric stenosis</a:t>
            </a:r>
          </a:p>
          <a:p>
            <a:pPr lvl="1"/>
            <a:r>
              <a:rPr lang="en-US" sz="2000"/>
              <a:t>Intussusception</a:t>
            </a:r>
          </a:p>
          <a:p>
            <a:pPr marL="457200" lvl="1" indent="0">
              <a:buNone/>
            </a:pPr>
            <a:endParaRPr lang="en-US" sz="2000"/>
          </a:p>
        </p:txBody>
      </p:sp>
    </p:spTree>
    <p:extLst>
      <p:ext uri="{BB962C8B-B14F-4D97-AF65-F5344CB8AC3E}">
        <p14:creationId xmlns:p14="http://schemas.microsoft.com/office/powerpoint/2010/main" val="2619509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00013C-7C07-2F41-771A-1D85FCF5246E}"/>
              </a:ext>
            </a:extLst>
          </p:cNvPr>
          <p:cNvPicPr>
            <a:picLocks noChangeAspect="1"/>
          </p:cNvPicPr>
          <p:nvPr/>
        </p:nvPicPr>
        <p:blipFill>
          <a:blip r:embed="rId2"/>
          <a:stretch>
            <a:fillRect/>
          </a:stretch>
        </p:blipFill>
        <p:spPr>
          <a:xfrm>
            <a:off x="2130942" y="0"/>
            <a:ext cx="7930116" cy="6858000"/>
          </a:xfrm>
          <a:prstGeom prst="rect">
            <a:avLst/>
          </a:prstGeom>
        </p:spPr>
      </p:pic>
    </p:spTree>
    <p:extLst>
      <p:ext uri="{BB962C8B-B14F-4D97-AF65-F5344CB8AC3E}">
        <p14:creationId xmlns:p14="http://schemas.microsoft.com/office/powerpoint/2010/main" val="2388228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C2BE61-D51A-B256-3FCB-39DAE85E2EF3}"/>
              </a:ext>
            </a:extLst>
          </p:cNvPr>
          <p:cNvPicPr>
            <a:picLocks noChangeAspect="1"/>
          </p:cNvPicPr>
          <p:nvPr/>
        </p:nvPicPr>
        <p:blipFill>
          <a:blip r:embed="rId2"/>
          <a:stretch>
            <a:fillRect/>
          </a:stretch>
        </p:blipFill>
        <p:spPr>
          <a:xfrm>
            <a:off x="643467" y="920834"/>
            <a:ext cx="10905066" cy="5016331"/>
          </a:xfrm>
          <a:prstGeom prst="rect">
            <a:avLst/>
          </a:prstGeom>
        </p:spPr>
      </p:pic>
    </p:spTree>
    <p:extLst>
      <p:ext uri="{BB962C8B-B14F-4D97-AF65-F5344CB8AC3E}">
        <p14:creationId xmlns:p14="http://schemas.microsoft.com/office/powerpoint/2010/main" val="390898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456BD4-AD2A-F195-3052-7EAB8A8B4E23}"/>
              </a:ext>
            </a:extLst>
          </p:cNvPr>
          <p:cNvSpPr>
            <a:spLocks noGrp="1"/>
          </p:cNvSpPr>
          <p:nvPr>
            <p:ph type="title"/>
          </p:nvPr>
        </p:nvSpPr>
        <p:spPr>
          <a:xfrm>
            <a:off x="838200" y="557188"/>
            <a:ext cx="10515600" cy="1133499"/>
          </a:xfrm>
        </p:spPr>
        <p:txBody>
          <a:bodyPr>
            <a:normAutofit/>
          </a:bodyPr>
          <a:lstStyle/>
          <a:p>
            <a:pPr algn="ctr"/>
            <a:r>
              <a:rPr lang="en-US" sz="2100"/>
              <a:t>The client has been transferred to the hospital and the emergency department nurse is now caring for the client. The nurse has reviewed the triage nurses’ notes from 1445. For each HCP order, click to specify if the order is anticipated or not anticipated at this time. </a:t>
            </a:r>
          </a:p>
        </p:txBody>
      </p:sp>
      <p:graphicFrame>
        <p:nvGraphicFramePr>
          <p:cNvPr id="4" name="Table 4">
            <a:extLst>
              <a:ext uri="{FF2B5EF4-FFF2-40B4-BE49-F238E27FC236}">
                <a16:creationId xmlns:a16="http://schemas.microsoft.com/office/drawing/2014/main" id="{30E4C9CE-626A-7413-E1CE-C9C2C6EE7CFC}"/>
              </a:ext>
            </a:extLst>
          </p:cNvPr>
          <p:cNvGraphicFramePr>
            <a:graphicFrameLocks noGrp="1"/>
          </p:cNvGraphicFramePr>
          <p:nvPr>
            <p:ph idx="1"/>
            <p:extLst>
              <p:ext uri="{D42A27DB-BD31-4B8C-83A1-F6EECF244321}">
                <p14:modId xmlns:p14="http://schemas.microsoft.com/office/powerpoint/2010/main" val="564418113"/>
              </p:ext>
            </p:extLst>
          </p:nvPr>
        </p:nvGraphicFramePr>
        <p:xfrm>
          <a:off x="1403701" y="1828800"/>
          <a:ext cx="9384599" cy="4352546"/>
        </p:xfrm>
        <a:graphic>
          <a:graphicData uri="http://schemas.openxmlformats.org/drawingml/2006/table">
            <a:tbl>
              <a:tblPr firstRow="1" bandRow="1">
                <a:tableStyleId>{5C22544A-7EE6-4342-B048-85BDC9FD1C3A}</a:tableStyleId>
              </a:tblPr>
              <a:tblGrid>
                <a:gridCol w="3774830">
                  <a:extLst>
                    <a:ext uri="{9D8B030D-6E8A-4147-A177-3AD203B41FA5}">
                      <a16:colId xmlns:a16="http://schemas.microsoft.com/office/drawing/2014/main" val="2723203535"/>
                    </a:ext>
                  </a:extLst>
                </a:gridCol>
                <a:gridCol w="2428687">
                  <a:extLst>
                    <a:ext uri="{9D8B030D-6E8A-4147-A177-3AD203B41FA5}">
                      <a16:colId xmlns:a16="http://schemas.microsoft.com/office/drawing/2014/main" val="3102719180"/>
                    </a:ext>
                  </a:extLst>
                </a:gridCol>
                <a:gridCol w="3181082">
                  <a:extLst>
                    <a:ext uri="{9D8B030D-6E8A-4147-A177-3AD203B41FA5}">
                      <a16:colId xmlns:a16="http://schemas.microsoft.com/office/drawing/2014/main" val="3973817934"/>
                    </a:ext>
                  </a:extLst>
                </a:gridCol>
              </a:tblGrid>
              <a:tr h="433285">
                <a:tc>
                  <a:txBody>
                    <a:bodyPr/>
                    <a:lstStyle/>
                    <a:p>
                      <a:r>
                        <a:rPr lang="en-US" sz="1900"/>
                        <a:t>Potential HCP Order</a:t>
                      </a:r>
                    </a:p>
                  </a:txBody>
                  <a:tcPr marL="98474" marR="98474" marT="49237" marB="49237"/>
                </a:tc>
                <a:tc>
                  <a:txBody>
                    <a:bodyPr/>
                    <a:lstStyle/>
                    <a:p>
                      <a:r>
                        <a:rPr lang="en-US" sz="1900"/>
                        <a:t>Anticipated</a:t>
                      </a:r>
                    </a:p>
                  </a:txBody>
                  <a:tcPr marL="98474" marR="98474" marT="49237" marB="49237"/>
                </a:tc>
                <a:tc>
                  <a:txBody>
                    <a:bodyPr/>
                    <a:lstStyle/>
                    <a:p>
                      <a:r>
                        <a:rPr lang="en-US" sz="1900"/>
                        <a:t>Not anticipated </a:t>
                      </a:r>
                    </a:p>
                  </a:txBody>
                  <a:tcPr marL="98474" marR="98474" marT="49237" marB="49237"/>
                </a:tc>
                <a:extLst>
                  <a:ext uri="{0D108BD9-81ED-4DB2-BD59-A6C34878D82A}">
                    <a16:rowId xmlns:a16="http://schemas.microsoft.com/office/drawing/2014/main" val="879595854"/>
                  </a:ext>
                </a:extLst>
              </a:tr>
              <a:tr h="433285">
                <a:tc>
                  <a:txBody>
                    <a:bodyPr/>
                    <a:lstStyle/>
                    <a:p>
                      <a:r>
                        <a:rPr lang="en-US" sz="1900"/>
                        <a:t>Draw metabolic panel </a:t>
                      </a:r>
                    </a:p>
                  </a:txBody>
                  <a:tcPr marL="98474" marR="98474" marT="49237" marB="49237"/>
                </a:tc>
                <a:tc>
                  <a:txBody>
                    <a:bodyPr/>
                    <a:lstStyle/>
                    <a:p>
                      <a:endParaRPr lang="en-US" sz="1900"/>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3076847969"/>
                  </a:ext>
                </a:extLst>
              </a:tr>
              <a:tr h="433285">
                <a:tc>
                  <a:txBody>
                    <a:bodyPr/>
                    <a:lstStyle/>
                    <a:p>
                      <a:r>
                        <a:rPr lang="en-US" sz="1900" dirty="0"/>
                        <a:t>Administer </a:t>
                      </a:r>
                      <a:r>
                        <a:rPr lang="en-US" sz="1900"/>
                        <a:t>an ondansetron </a:t>
                      </a:r>
                      <a:endParaRPr lang="en-US" sz="1900" dirty="0"/>
                    </a:p>
                  </a:txBody>
                  <a:tcPr marL="98474" marR="98474" marT="49237" marB="49237"/>
                </a:tc>
                <a:tc>
                  <a:txBody>
                    <a:bodyPr/>
                    <a:lstStyle/>
                    <a:p>
                      <a:endParaRPr lang="en-US" sz="1900"/>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2938285132"/>
                  </a:ext>
                </a:extLst>
              </a:tr>
              <a:tr h="433285">
                <a:tc>
                  <a:txBody>
                    <a:bodyPr/>
                    <a:lstStyle/>
                    <a:p>
                      <a:r>
                        <a:rPr lang="en-US" sz="1900"/>
                        <a:t>Provide a clear liquid diet</a:t>
                      </a:r>
                    </a:p>
                  </a:txBody>
                  <a:tcPr marL="98474" marR="98474" marT="49237" marB="49237"/>
                </a:tc>
                <a:tc>
                  <a:txBody>
                    <a:bodyPr/>
                    <a:lstStyle/>
                    <a:p>
                      <a:endParaRPr lang="en-US" sz="1900"/>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828823632"/>
                  </a:ext>
                </a:extLst>
              </a:tr>
              <a:tr h="433285">
                <a:tc>
                  <a:txBody>
                    <a:bodyPr/>
                    <a:lstStyle/>
                    <a:p>
                      <a:r>
                        <a:rPr lang="en-US" sz="1900"/>
                        <a:t>Initiate contact precautions</a:t>
                      </a:r>
                    </a:p>
                  </a:txBody>
                  <a:tcPr marL="98474" marR="98474" marT="49237" marB="49237"/>
                </a:tc>
                <a:tc>
                  <a:txBody>
                    <a:bodyPr/>
                    <a:lstStyle/>
                    <a:p>
                      <a:endParaRPr lang="en-US" sz="1900"/>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2735849751"/>
                  </a:ext>
                </a:extLst>
              </a:tr>
              <a:tr h="728707">
                <a:tc>
                  <a:txBody>
                    <a:bodyPr/>
                    <a:lstStyle/>
                    <a:p>
                      <a:r>
                        <a:rPr lang="en-US" sz="1900"/>
                        <a:t>Perform an abdominal ultrasound</a:t>
                      </a:r>
                    </a:p>
                  </a:txBody>
                  <a:tcPr marL="98474" marR="98474" marT="49237" marB="49237"/>
                </a:tc>
                <a:tc>
                  <a:txBody>
                    <a:bodyPr/>
                    <a:lstStyle/>
                    <a:p>
                      <a:endParaRPr lang="en-US" sz="1900"/>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336698469"/>
                  </a:ext>
                </a:extLst>
              </a:tr>
              <a:tr h="728707">
                <a:tc>
                  <a:txBody>
                    <a:bodyPr/>
                    <a:lstStyle/>
                    <a:p>
                      <a:r>
                        <a:rPr lang="en-US" sz="1900"/>
                        <a:t>Maintain strict intake and output (I&amp;Os)</a:t>
                      </a:r>
                    </a:p>
                  </a:txBody>
                  <a:tcPr marL="98474" marR="98474" marT="49237" marB="49237"/>
                </a:tc>
                <a:tc>
                  <a:txBody>
                    <a:bodyPr/>
                    <a:lstStyle/>
                    <a:p>
                      <a:endParaRPr lang="en-US" sz="1900"/>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784799286"/>
                  </a:ext>
                </a:extLst>
              </a:tr>
              <a:tr h="728707">
                <a:tc>
                  <a:txBody>
                    <a:bodyPr/>
                    <a:lstStyle/>
                    <a:p>
                      <a:r>
                        <a:rPr lang="en-US" sz="1900"/>
                        <a:t>Establish vascular access device (VAD) site </a:t>
                      </a:r>
                    </a:p>
                  </a:txBody>
                  <a:tcPr marL="98474" marR="98474" marT="49237" marB="49237"/>
                </a:tc>
                <a:tc>
                  <a:txBody>
                    <a:bodyPr/>
                    <a:lstStyle/>
                    <a:p>
                      <a:endParaRPr lang="en-US" sz="1900"/>
                    </a:p>
                  </a:txBody>
                  <a:tcPr marL="98474" marR="98474" marT="49237" marB="49237"/>
                </a:tc>
                <a:tc>
                  <a:txBody>
                    <a:bodyPr/>
                    <a:lstStyle/>
                    <a:p>
                      <a:endParaRPr lang="en-US" sz="1900" dirty="0"/>
                    </a:p>
                  </a:txBody>
                  <a:tcPr marL="98474" marR="98474" marT="49237" marB="49237"/>
                </a:tc>
                <a:extLst>
                  <a:ext uri="{0D108BD9-81ED-4DB2-BD59-A6C34878D82A}">
                    <a16:rowId xmlns:a16="http://schemas.microsoft.com/office/drawing/2014/main" val="3000013199"/>
                  </a:ext>
                </a:extLst>
              </a:tr>
            </a:tbl>
          </a:graphicData>
        </a:graphic>
      </p:graphicFrame>
    </p:spTree>
    <p:extLst>
      <p:ext uri="{BB962C8B-B14F-4D97-AF65-F5344CB8AC3E}">
        <p14:creationId xmlns:p14="http://schemas.microsoft.com/office/powerpoint/2010/main" val="1114334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456BD4-AD2A-F195-3052-7EAB8A8B4E23}"/>
              </a:ext>
            </a:extLst>
          </p:cNvPr>
          <p:cNvSpPr>
            <a:spLocks noGrp="1"/>
          </p:cNvSpPr>
          <p:nvPr>
            <p:ph type="title"/>
          </p:nvPr>
        </p:nvSpPr>
        <p:spPr>
          <a:xfrm>
            <a:off x="838200" y="557188"/>
            <a:ext cx="10515600" cy="1133499"/>
          </a:xfrm>
        </p:spPr>
        <p:txBody>
          <a:bodyPr>
            <a:normAutofit/>
          </a:bodyPr>
          <a:lstStyle/>
          <a:p>
            <a:pPr algn="ctr"/>
            <a:r>
              <a:rPr lang="en-US" sz="2100"/>
              <a:t>The client has been transferred to the hospital and the emergency department nurse is now caring for the client. The nurse has reviewed the triage nurses’ notes from 1445. For each HCP order, click to specify if the order is anticipated or not anticipated at this time. </a:t>
            </a:r>
          </a:p>
        </p:txBody>
      </p:sp>
      <p:graphicFrame>
        <p:nvGraphicFramePr>
          <p:cNvPr id="4" name="Table 4">
            <a:extLst>
              <a:ext uri="{FF2B5EF4-FFF2-40B4-BE49-F238E27FC236}">
                <a16:creationId xmlns:a16="http://schemas.microsoft.com/office/drawing/2014/main" id="{30E4C9CE-626A-7413-E1CE-C9C2C6EE7CFC}"/>
              </a:ext>
            </a:extLst>
          </p:cNvPr>
          <p:cNvGraphicFramePr>
            <a:graphicFrameLocks noGrp="1"/>
          </p:cNvGraphicFramePr>
          <p:nvPr>
            <p:ph idx="1"/>
            <p:extLst>
              <p:ext uri="{D42A27DB-BD31-4B8C-83A1-F6EECF244321}">
                <p14:modId xmlns:p14="http://schemas.microsoft.com/office/powerpoint/2010/main" val="13541047"/>
              </p:ext>
            </p:extLst>
          </p:nvPr>
        </p:nvGraphicFramePr>
        <p:xfrm>
          <a:off x="1403701" y="1828800"/>
          <a:ext cx="9384599" cy="4352546"/>
        </p:xfrm>
        <a:graphic>
          <a:graphicData uri="http://schemas.openxmlformats.org/drawingml/2006/table">
            <a:tbl>
              <a:tblPr firstRow="1" bandRow="1">
                <a:tableStyleId>{5C22544A-7EE6-4342-B048-85BDC9FD1C3A}</a:tableStyleId>
              </a:tblPr>
              <a:tblGrid>
                <a:gridCol w="3774830">
                  <a:extLst>
                    <a:ext uri="{9D8B030D-6E8A-4147-A177-3AD203B41FA5}">
                      <a16:colId xmlns:a16="http://schemas.microsoft.com/office/drawing/2014/main" val="2723203535"/>
                    </a:ext>
                  </a:extLst>
                </a:gridCol>
                <a:gridCol w="2428687">
                  <a:extLst>
                    <a:ext uri="{9D8B030D-6E8A-4147-A177-3AD203B41FA5}">
                      <a16:colId xmlns:a16="http://schemas.microsoft.com/office/drawing/2014/main" val="3102719180"/>
                    </a:ext>
                  </a:extLst>
                </a:gridCol>
                <a:gridCol w="3181082">
                  <a:extLst>
                    <a:ext uri="{9D8B030D-6E8A-4147-A177-3AD203B41FA5}">
                      <a16:colId xmlns:a16="http://schemas.microsoft.com/office/drawing/2014/main" val="3973817934"/>
                    </a:ext>
                  </a:extLst>
                </a:gridCol>
              </a:tblGrid>
              <a:tr h="433285">
                <a:tc>
                  <a:txBody>
                    <a:bodyPr/>
                    <a:lstStyle/>
                    <a:p>
                      <a:r>
                        <a:rPr lang="en-US" sz="1900"/>
                        <a:t>Potential HCP Order</a:t>
                      </a:r>
                    </a:p>
                  </a:txBody>
                  <a:tcPr marL="98474" marR="98474" marT="49237" marB="49237"/>
                </a:tc>
                <a:tc>
                  <a:txBody>
                    <a:bodyPr/>
                    <a:lstStyle/>
                    <a:p>
                      <a:r>
                        <a:rPr lang="en-US" sz="1900"/>
                        <a:t>Anticipated</a:t>
                      </a:r>
                    </a:p>
                  </a:txBody>
                  <a:tcPr marL="98474" marR="98474" marT="49237" marB="49237"/>
                </a:tc>
                <a:tc>
                  <a:txBody>
                    <a:bodyPr/>
                    <a:lstStyle/>
                    <a:p>
                      <a:r>
                        <a:rPr lang="en-US" sz="1900"/>
                        <a:t>Not anticipated </a:t>
                      </a:r>
                    </a:p>
                  </a:txBody>
                  <a:tcPr marL="98474" marR="98474" marT="49237" marB="49237"/>
                </a:tc>
                <a:extLst>
                  <a:ext uri="{0D108BD9-81ED-4DB2-BD59-A6C34878D82A}">
                    <a16:rowId xmlns:a16="http://schemas.microsoft.com/office/drawing/2014/main" val="879595854"/>
                  </a:ext>
                </a:extLst>
              </a:tr>
              <a:tr h="433285">
                <a:tc>
                  <a:txBody>
                    <a:bodyPr/>
                    <a:lstStyle/>
                    <a:p>
                      <a:r>
                        <a:rPr lang="en-US" sz="1900"/>
                        <a:t>Draw metabolic panel </a:t>
                      </a:r>
                    </a:p>
                  </a:txBody>
                  <a:tcPr marL="98474" marR="98474" marT="49237" marB="49237"/>
                </a:tc>
                <a:tc>
                  <a:txBody>
                    <a:bodyPr/>
                    <a:lstStyle/>
                    <a:p>
                      <a:r>
                        <a:rPr lang="en-US" sz="1900"/>
                        <a:t>x</a:t>
                      </a:r>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3076847969"/>
                  </a:ext>
                </a:extLst>
              </a:tr>
              <a:tr h="433285">
                <a:tc>
                  <a:txBody>
                    <a:bodyPr/>
                    <a:lstStyle/>
                    <a:p>
                      <a:r>
                        <a:rPr lang="en-US" sz="1900" dirty="0"/>
                        <a:t>Administer ondansetron </a:t>
                      </a:r>
                    </a:p>
                  </a:txBody>
                  <a:tcPr marL="98474" marR="98474" marT="49237" marB="49237"/>
                </a:tc>
                <a:tc>
                  <a:txBody>
                    <a:bodyPr/>
                    <a:lstStyle/>
                    <a:p>
                      <a:endParaRPr lang="en-US" sz="1900"/>
                    </a:p>
                  </a:txBody>
                  <a:tcPr marL="98474" marR="98474" marT="49237" marB="49237"/>
                </a:tc>
                <a:tc>
                  <a:txBody>
                    <a:bodyPr/>
                    <a:lstStyle/>
                    <a:p>
                      <a:r>
                        <a:rPr lang="en-US" sz="1900"/>
                        <a:t>x</a:t>
                      </a:r>
                    </a:p>
                  </a:txBody>
                  <a:tcPr marL="98474" marR="98474" marT="49237" marB="49237"/>
                </a:tc>
                <a:extLst>
                  <a:ext uri="{0D108BD9-81ED-4DB2-BD59-A6C34878D82A}">
                    <a16:rowId xmlns:a16="http://schemas.microsoft.com/office/drawing/2014/main" val="2938285132"/>
                  </a:ext>
                </a:extLst>
              </a:tr>
              <a:tr h="433285">
                <a:tc>
                  <a:txBody>
                    <a:bodyPr/>
                    <a:lstStyle/>
                    <a:p>
                      <a:r>
                        <a:rPr lang="en-US" sz="1900"/>
                        <a:t>Provide a clear liquid diet</a:t>
                      </a:r>
                    </a:p>
                  </a:txBody>
                  <a:tcPr marL="98474" marR="98474" marT="49237" marB="49237"/>
                </a:tc>
                <a:tc>
                  <a:txBody>
                    <a:bodyPr/>
                    <a:lstStyle/>
                    <a:p>
                      <a:endParaRPr lang="en-US" sz="1900"/>
                    </a:p>
                  </a:txBody>
                  <a:tcPr marL="98474" marR="98474" marT="49237" marB="49237"/>
                </a:tc>
                <a:tc>
                  <a:txBody>
                    <a:bodyPr/>
                    <a:lstStyle/>
                    <a:p>
                      <a:r>
                        <a:rPr lang="en-US" sz="1900"/>
                        <a:t>x</a:t>
                      </a:r>
                    </a:p>
                  </a:txBody>
                  <a:tcPr marL="98474" marR="98474" marT="49237" marB="49237"/>
                </a:tc>
                <a:extLst>
                  <a:ext uri="{0D108BD9-81ED-4DB2-BD59-A6C34878D82A}">
                    <a16:rowId xmlns:a16="http://schemas.microsoft.com/office/drawing/2014/main" val="828823632"/>
                  </a:ext>
                </a:extLst>
              </a:tr>
              <a:tr h="433285">
                <a:tc>
                  <a:txBody>
                    <a:bodyPr/>
                    <a:lstStyle/>
                    <a:p>
                      <a:r>
                        <a:rPr lang="en-US" sz="1900"/>
                        <a:t>Initiate contact precautions</a:t>
                      </a:r>
                    </a:p>
                  </a:txBody>
                  <a:tcPr marL="98474" marR="98474" marT="49237" marB="49237"/>
                </a:tc>
                <a:tc>
                  <a:txBody>
                    <a:bodyPr/>
                    <a:lstStyle/>
                    <a:p>
                      <a:endParaRPr lang="en-US" sz="1900"/>
                    </a:p>
                  </a:txBody>
                  <a:tcPr marL="98474" marR="98474" marT="49237" marB="49237"/>
                </a:tc>
                <a:tc>
                  <a:txBody>
                    <a:bodyPr/>
                    <a:lstStyle/>
                    <a:p>
                      <a:r>
                        <a:rPr lang="en-US" sz="1900"/>
                        <a:t>x</a:t>
                      </a:r>
                    </a:p>
                  </a:txBody>
                  <a:tcPr marL="98474" marR="98474" marT="49237" marB="49237"/>
                </a:tc>
                <a:extLst>
                  <a:ext uri="{0D108BD9-81ED-4DB2-BD59-A6C34878D82A}">
                    <a16:rowId xmlns:a16="http://schemas.microsoft.com/office/drawing/2014/main" val="2735849751"/>
                  </a:ext>
                </a:extLst>
              </a:tr>
              <a:tr h="728707">
                <a:tc>
                  <a:txBody>
                    <a:bodyPr/>
                    <a:lstStyle/>
                    <a:p>
                      <a:r>
                        <a:rPr lang="en-US" sz="1900"/>
                        <a:t>Perform an abdominal ultrasound</a:t>
                      </a:r>
                    </a:p>
                  </a:txBody>
                  <a:tcPr marL="98474" marR="98474" marT="49237" marB="49237"/>
                </a:tc>
                <a:tc>
                  <a:txBody>
                    <a:bodyPr/>
                    <a:lstStyle/>
                    <a:p>
                      <a:r>
                        <a:rPr lang="en-US" sz="1900"/>
                        <a:t>x</a:t>
                      </a:r>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336698469"/>
                  </a:ext>
                </a:extLst>
              </a:tr>
              <a:tr h="728707">
                <a:tc>
                  <a:txBody>
                    <a:bodyPr/>
                    <a:lstStyle/>
                    <a:p>
                      <a:r>
                        <a:rPr lang="en-US" sz="1900"/>
                        <a:t>Maintain strict intake and output (I&amp;Os)</a:t>
                      </a:r>
                    </a:p>
                  </a:txBody>
                  <a:tcPr marL="98474" marR="98474" marT="49237" marB="49237"/>
                </a:tc>
                <a:tc>
                  <a:txBody>
                    <a:bodyPr/>
                    <a:lstStyle/>
                    <a:p>
                      <a:r>
                        <a:rPr lang="en-US" sz="1900"/>
                        <a:t>x</a:t>
                      </a:r>
                    </a:p>
                  </a:txBody>
                  <a:tcPr marL="98474" marR="98474" marT="49237" marB="49237"/>
                </a:tc>
                <a:tc>
                  <a:txBody>
                    <a:bodyPr/>
                    <a:lstStyle/>
                    <a:p>
                      <a:endParaRPr lang="en-US" sz="1900"/>
                    </a:p>
                  </a:txBody>
                  <a:tcPr marL="98474" marR="98474" marT="49237" marB="49237"/>
                </a:tc>
                <a:extLst>
                  <a:ext uri="{0D108BD9-81ED-4DB2-BD59-A6C34878D82A}">
                    <a16:rowId xmlns:a16="http://schemas.microsoft.com/office/drawing/2014/main" val="784799286"/>
                  </a:ext>
                </a:extLst>
              </a:tr>
              <a:tr h="728707">
                <a:tc>
                  <a:txBody>
                    <a:bodyPr/>
                    <a:lstStyle/>
                    <a:p>
                      <a:r>
                        <a:rPr lang="en-US" sz="1900"/>
                        <a:t>Establish vascular access device (VAD) site </a:t>
                      </a:r>
                    </a:p>
                  </a:txBody>
                  <a:tcPr marL="98474" marR="98474" marT="49237" marB="49237"/>
                </a:tc>
                <a:tc>
                  <a:txBody>
                    <a:bodyPr/>
                    <a:lstStyle/>
                    <a:p>
                      <a:r>
                        <a:rPr lang="en-US" sz="1900"/>
                        <a:t>x</a:t>
                      </a:r>
                    </a:p>
                  </a:txBody>
                  <a:tcPr marL="98474" marR="98474" marT="49237" marB="49237"/>
                </a:tc>
                <a:tc>
                  <a:txBody>
                    <a:bodyPr/>
                    <a:lstStyle/>
                    <a:p>
                      <a:endParaRPr lang="en-US" sz="1900" dirty="0"/>
                    </a:p>
                  </a:txBody>
                  <a:tcPr marL="98474" marR="98474" marT="49237" marB="49237"/>
                </a:tc>
                <a:extLst>
                  <a:ext uri="{0D108BD9-81ED-4DB2-BD59-A6C34878D82A}">
                    <a16:rowId xmlns:a16="http://schemas.microsoft.com/office/drawing/2014/main" val="3000013199"/>
                  </a:ext>
                </a:extLst>
              </a:tr>
            </a:tbl>
          </a:graphicData>
        </a:graphic>
      </p:graphicFrame>
    </p:spTree>
    <p:extLst>
      <p:ext uri="{BB962C8B-B14F-4D97-AF65-F5344CB8AC3E}">
        <p14:creationId xmlns:p14="http://schemas.microsoft.com/office/powerpoint/2010/main" val="366884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0F5816-39B0-320B-6C24-EBA41AAD7A74}"/>
              </a:ext>
            </a:extLst>
          </p:cNvPr>
          <p:cNvPicPr>
            <a:picLocks noChangeAspect="1"/>
          </p:cNvPicPr>
          <p:nvPr/>
        </p:nvPicPr>
        <p:blipFill>
          <a:blip r:embed="rId2"/>
          <a:stretch>
            <a:fillRect/>
          </a:stretch>
        </p:blipFill>
        <p:spPr>
          <a:xfrm>
            <a:off x="1766283" y="75732"/>
            <a:ext cx="8659433" cy="6706536"/>
          </a:xfrm>
          <a:prstGeom prst="rect">
            <a:avLst/>
          </a:prstGeom>
        </p:spPr>
      </p:pic>
    </p:spTree>
    <p:extLst>
      <p:ext uri="{BB962C8B-B14F-4D97-AF65-F5344CB8AC3E}">
        <p14:creationId xmlns:p14="http://schemas.microsoft.com/office/powerpoint/2010/main" val="2724007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727A2A-CC4E-C945-EFD9-5302D7A1998E}"/>
              </a:ext>
            </a:extLst>
          </p:cNvPr>
          <p:cNvPicPr>
            <a:picLocks noChangeAspect="1"/>
          </p:cNvPicPr>
          <p:nvPr/>
        </p:nvPicPr>
        <p:blipFill>
          <a:blip r:embed="rId2"/>
          <a:stretch>
            <a:fillRect/>
          </a:stretch>
        </p:blipFill>
        <p:spPr>
          <a:xfrm>
            <a:off x="1723415" y="280548"/>
            <a:ext cx="8745170" cy="6296904"/>
          </a:xfrm>
          <a:prstGeom prst="rect">
            <a:avLst/>
          </a:prstGeom>
        </p:spPr>
      </p:pic>
    </p:spTree>
    <p:extLst>
      <p:ext uri="{BB962C8B-B14F-4D97-AF65-F5344CB8AC3E}">
        <p14:creationId xmlns:p14="http://schemas.microsoft.com/office/powerpoint/2010/main" val="3092714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5CF8D-5E28-4170-85D9-B23379A1A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EACD3-A638-1795-6531-8640FA3DDACB}"/>
              </a:ext>
            </a:extLst>
          </p:cNvPr>
          <p:cNvSpPr>
            <a:spLocks noGrp="1"/>
          </p:cNvSpPr>
          <p:nvPr>
            <p:ph type="title"/>
          </p:nvPr>
        </p:nvSpPr>
        <p:spPr>
          <a:xfrm>
            <a:off x="599411" y="470647"/>
            <a:ext cx="3209335" cy="2344271"/>
          </a:xfrm>
        </p:spPr>
        <p:txBody>
          <a:bodyPr>
            <a:normAutofit/>
          </a:bodyPr>
          <a:lstStyle/>
          <a:p>
            <a:pPr algn="ctr"/>
            <a:r>
              <a:rPr lang="en-US" sz="2800" dirty="0"/>
              <a:t>The nurse has reviewed the Nurses’ Notes from Day 2 at 1015 </a:t>
            </a:r>
          </a:p>
        </p:txBody>
      </p:sp>
      <p:sp>
        <p:nvSpPr>
          <p:cNvPr id="10" name="Rectangle 9">
            <a:extLst>
              <a:ext uri="{FF2B5EF4-FFF2-40B4-BE49-F238E27FC236}">
                <a16:creationId xmlns:a16="http://schemas.microsoft.com/office/drawing/2014/main" id="{575A2C8F-EFE3-4530-B871-79D0DF461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5554"/>
            <a:ext cx="4380155" cy="3612446"/>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283B2D-BF4E-4773-99DE-61834B033A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5554"/>
            <a:ext cx="4380155"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FF89E09-42FB-4694-96E4-95652B1D8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83158"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AF918E5-FFF8-034C-BBA2-D59BD424AE8D}"/>
              </a:ext>
            </a:extLst>
          </p:cNvPr>
          <p:cNvSpPr>
            <a:spLocks noGrp="1"/>
          </p:cNvSpPr>
          <p:nvPr>
            <p:ph idx="1"/>
          </p:nvPr>
        </p:nvSpPr>
        <p:spPr>
          <a:xfrm>
            <a:off x="5688105" y="941294"/>
            <a:ext cx="5287923" cy="4975412"/>
          </a:xfrm>
        </p:spPr>
        <p:txBody>
          <a:bodyPr anchor="ctr">
            <a:normAutofit/>
          </a:bodyPr>
          <a:lstStyle/>
          <a:p>
            <a:r>
              <a:rPr lang="en-US" sz="2000"/>
              <a:t>Select the three actions the nurse should take: </a:t>
            </a:r>
          </a:p>
          <a:p>
            <a:pPr lvl="1"/>
            <a:r>
              <a:rPr lang="en-US" sz="2000"/>
              <a:t>Administer famotidine</a:t>
            </a:r>
          </a:p>
          <a:p>
            <a:pPr lvl="1"/>
            <a:r>
              <a:rPr lang="en-US" sz="2000"/>
              <a:t>Measure abdominal girth</a:t>
            </a:r>
          </a:p>
          <a:p>
            <a:pPr lvl="1"/>
            <a:r>
              <a:rPr lang="en-US" sz="2000"/>
              <a:t>Monitor intake and output </a:t>
            </a:r>
          </a:p>
          <a:p>
            <a:pPr lvl="1"/>
            <a:r>
              <a:rPr lang="en-US" sz="2000"/>
              <a:t>Provide postoperative education to the client’s caregiver</a:t>
            </a:r>
          </a:p>
          <a:p>
            <a:pPr lvl="1"/>
            <a:r>
              <a:rPr lang="en-US" sz="2000"/>
              <a:t>Encourage the caregiver to resume the preoperative feeding schedule </a:t>
            </a:r>
          </a:p>
        </p:txBody>
      </p:sp>
    </p:spTree>
    <p:extLst>
      <p:ext uri="{BB962C8B-B14F-4D97-AF65-F5344CB8AC3E}">
        <p14:creationId xmlns:p14="http://schemas.microsoft.com/office/powerpoint/2010/main" val="1473325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5CF8D-5E28-4170-85D9-B23379A1A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EACD3-A638-1795-6531-8640FA3DDACB}"/>
              </a:ext>
            </a:extLst>
          </p:cNvPr>
          <p:cNvSpPr>
            <a:spLocks noGrp="1"/>
          </p:cNvSpPr>
          <p:nvPr>
            <p:ph type="title"/>
          </p:nvPr>
        </p:nvSpPr>
        <p:spPr>
          <a:xfrm>
            <a:off x="599411" y="470647"/>
            <a:ext cx="3209335" cy="2344271"/>
          </a:xfrm>
        </p:spPr>
        <p:txBody>
          <a:bodyPr>
            <a:normAutofit/>
          </a:bodyPr>
          <a:lstStyle/>
          <a:p>
            <a:pPr algn="ctr"/>
            <a:r>
              <a:rPr lang="en-US" sz="2800" dirty="0"/>
              <a:t>The nurse has reviewed the Nurses’ Notes from Day 2 at 1015 </a:t>
            </a:r>
          </a:p>
        </p:txBody>
      </p:sp>
      <p:sp>
        <p:nvSpPr>
          <p:cNvPr id="10" name="Rectangle 9">
            <a:extLst>
              <a:ext uri="{FF2B5EF4-FFF2-40B4-BE49-F238E27FC236}">
                <a16:creationId xmlns:a16="http://schemas.microsoft.com/office/drawing/2014/main" id="{575A2C8F-EFE3-4530-B871-79D0DF461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5554"/>
            <a:ext cx="4380155" cy="3612446"/>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283B2D-BF4E-4773-99DE-61834B033A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5554"/>
            <a:ext cx="4380155"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FF89E09-42FB-4694-96E4-95652B1D8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83158"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AF918E5-FFF8-034C-BBA2-D59BD424AE8D}"/>
              </a:ext>
            </a:extLst>
          </p:cNvPr>
          <p:cNvSpPr>
            <a:spLocks noGrp="1"/>
          </p:cNvSpPr>
          <p:nvPr>
            <p:ph idx="1"/>
          </p:nvPr>
        </p:nvSpPr>
        <p:spPr>
          <a:xfrm>
            <a:off x="5688105" y="941294"/>
            <a:ext cx="5287923" cy="4975412"/>
          </a:xfrm>
        </p:spPr>
        <p:txBody>
          <a:bodyPr anchor="ctr">
            <a:normAutofit/>
          </a:bodyPr>
          <a:lstStyle/>
          <a:p>
            <a:r>
              <a:rPr lang="en-US" sz="2000"/>
              <a:t>Select the three actions the nurse should take: </a:t>
            </a:r>
          </a:p>
          <a:p>
            <a:pPr lvl="1"/>
            <a:r>
              <a:rPr lang="en-US" sz="2000"/>
              <a:t>Administer famotidine</a:t>
            </a:r>
          </a:p>
          <a:p>
            <a:pPr lvl="1"/>
            <a:r>
              <a:rPr lang="en-US" sz="2000">
                <a:highlight>
                  <a:srgbClr val="FFFF00"/>
                </a:highlight>
              </a:rPr>
              <a:t>Measure abdominal girth</a:t>
            </a:r>
          </a:p>
          <a:p>
            <a:pPr lvl="1"/>
            <a:r>
              <a:rPr lang="en-US" sz="2000">
                <a:highlight>
                  <a:srgbClr val="FFFF00"/>
                </a:highlight>
              </a:rPr>
              <a:t>Monitor intake and output </a:t>
            </a:r>
          </a:p>
          <a:p>
            <a:pPr lvl="1"/>
            <a:r>
              <a:rPr lang="en-US" sz="2000">
                <a:highlight>
                  <a:srgbClr val="FFFF00"/>
                </a:highlight>
              </a:rPr>
              <a:t>Provide postoperative education to the client’s caregiver</a:t>
            </a:r>
          </a:p>
          <a:p>
            <a:pPr lvl="1"/>
            <a:r>
              <a:rPr lang="en-US" sz="2000"/>
              <a:t>Encourage the caregiver to resume the preoperative feeding schedule </a:t>
            </a:r>
          </a:p>
        </p:txBody>
      </p:sp>
    </p:spTree>
    <p:extLst>
      <p:ext uri="{BB962C8B-B14F-4D97-AF65-F5344CB8AC3E}">
        <p14:creationId xmlns:p14="http://schemas.microsoft.com/office/powerpoint/2010/main" val="3911952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B4DC73-E37A-D1D2-DE8D-FF3BCAA5F0F7}"/>
              </a:ext>
            </a:extLst>
          </p:cNvPr>
          <p:cNvPicPr>
            <a:picLocks noChangeAspect="1"/>
          </p:cNvPicPr>
          <p:nvPr/>
        </p:nvPicPr>
        <p:blipFill>
          <a:blip r:embed="rId2"/>
          <a:stretch>
            <a:fillRect/>
          </a:stretch>
        </p:blipFill>
        <p:spPr>
          <a:xfrm>
            <a:off x="1723415" y="371048"/>
            <a:ext cx="8745170" cy="6115904"/>
          </a:xfrm>
          <a:prstGeom prst="rect">
            <a:avLst/>
          </a:prstGeom>
        </p:spPr>
      </p:pic>
    </p:spTree>
    <p:extLst>
      <p:ext uri="{BB962C8B-B14F-4D97-AF65-F5344CB8AC3E}">
        <p14:creationId xmlns:p14="http://schemas.microsoft.com/office/powerpoint/2010/main" val="3889173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51B1-6CA7-A08B-84E1-4AF2A79B1B8D}"/>
              </a:ext>
            </a:extLst>
          </p:cNvPr>
          <p:cNvSpPr>
            <a:spLocks noGrp="1"/>
          </p:cNvSpPr>
          <p:nvPr>
            <p:ph type="title"/>
          </p:nvPr>
        </p:nvSpPr>
        <p:spPr/>
        <p:txBody>
          <a:bodyPr>
            <a:normAutofit/>
          </a:bodyPr>
          <a:lstStyle/>
          <a:p>
            <a:r>
              <a:rPr lang="en-US" sz="2400" dirty="0"/>
              <a:t>The nurse has begun discharge education with the caregiver. For each statement made by the caregiver, click to specify whether the statement indicates an understanding or no understanding of the teaching provided. </a:t>
            </a:r>
          </a:p>
        </p:txBody>
      </p:sp>
      <p:graphicFrame>
        <p:nvGraphicFramePr>
          <p:cNvPr id="4" name="Table 4">
            <a:extLst>
              <a:ext uri="{FF2B5EF4-FFF2-40B4-BE49-F238E27FC236}">
                <a16:creationId xmlns:a16="http://schemas.microsoft.com/office/drawing/2014/main" id="{752BFEDE-7A51-96BB-F8A4-A14A86AD3AB6}"/>
              </a:ext>
            </a:extLst>
          </p:cNvPr>
          <p:cNvGraphicFramePr>
            <a:graphicFrameLocks noGrp="1"/>
          </p:cNvGraphicFramePr>
          <p:nvPr>
            <p:ph idx="1"/>
            <p:extLst>
              <p:ext uri="{D42A27DB-BD31-4B8C-83A1-F6EECF244321}">
                <p14:modId xmlns:p14="http://schemas.microsoft.com/office/powerpoint/2010/main" val="3107721948"/>
              </p:ext>
            </p:extLst>
          </p:nvPr>
        </p:nvGraphicFramePr>
        <p:xfrm>
          <a:off x="838200" y="1825625"/>
          <a:ext cx="10515597" cy="47599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2106175189"/>
                    </a:ext>
                  </a:extLst>
                </a:gridCol>
                <a:gridCol w="3505199">
                  <a:extLst>
                    <a:ext uri="{9D8B030D-6E8A-4147-A177-3AD203B41FA5}">
                      <a16:colId xmlns:a16="http://schemas.microsoft.com/office/drawing/2014/main" val="1029953752"/>
                    </a:ext>
                  </a:extLst>
                </a:gridCol>
                <a:gridCol w="3505199">
                  <a:extLst>
                    <a:ext uri="{9D8B030D-6E8A-4147-A177-3AD203B41FA5}">
                      <a16:colId xmlns:a16="http://schemas.microsoft.com/office/drawing/2014/main" val="2232711186"/>
                    </a:ext>
                  </a:extLst>
                </a:gridCol>
              </a:tblGrid>
              <a:tr h="370840">
                <a:tc>
                  <a:txBody>
                    <a:bodyPr/>
                    <a:lstStyle/>
                    <a:p>
                      <a:r>
                        <a:rPr lang="en-US" dirty="0"/>
                        <a:t>Client Statement</a:t>
                      </a:r>
                    </a:p>
                  </a:txBody>
                  <a:tcPr/>
                </a:tc>
                <a:tc>
                  <a:txBody>
                    <a:bodyPr/>
                    <a:lstStyle/>
                    <a:p>
                      <a:r>
                        <a:rPr lang="en-US" dirty="0"/>
                        <a:t>Understanding</a:t>
                      </a:r>
                    </a:p>
                  </a:txBody>
                  <a:tcPr/>
                </a:tc>
                <a:tc>
                  <a:txBody>
                    <a:bodyPr/>
                    <a:lstStyle/>
                    <a:p>
                      <a:r>
                        <a:rPr lang="en-US" dirty="0"/>
                        <a:t>No Understanding </a:t>
                      </a:r>
                    </a:p>
                  </a:txBody>
                  <a:tcPr/>
                </a:tc>
                <a:extLst>
                  <a:ext uri="{0D108BD9-81ED-4DB2-BD59-A6C34878D82A}">
                    <a16:rowId xmlns:a16="http://schemas.microsoft.com/office/drawing/2014/main" val="2075761988"/>
                  </a:ext>
                </a:extLst>
              </a:tr>
              <a:tr h="370840">
                <a:tc>
                  <a:txBody>
                    <a:bodyPr/>
                    <a:lstStyle/>
                    <a:p>
                      <a:r>
                        <a:rPr lang="en-US" dirty="0"/>
                        <a:t>“I caused this condition by overfeeding my child.” </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76459665"/>
                  </a:ext>
                </a:extLst>
              </a:tr>
              <a:tr h="370840">
                <a:tc>
                  <a:txBody>
                    <a:bodyPr/>
                    <a:lstStyle/>
                    <a:p>
                      <a:r>
                        <a:rPr lang="en-US" dirty="0"/>
                        <a:t>“I should feed my child slowly and burp her frequently.”</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91749047"/>
                  </a:ext>
                </a:extLst>
              </a:tr>
              <a:tr h="370840">
                <a:tc>
                  <a:txBody>
                    <a:bodyPr/>
                    <a:lstStyle/>
                    <a:p>
                      <a:r>
                        <a:rPr lang="en-US" dirty="0"/>
                        <a:t>“I should continue to give my child water to keep her hydrated.”</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19498698"/>
                  </a:ext>
                </a:extLst>
              </a:tr>
              <a:tr h="370840">
                <a:tc>
                  <a:txBody>
                    <a:bodyPr/>
                    <a:lstStyle/>
                    <a:p>
                      <a:r>
                        <a:rPr lang="en-US" dirty="0"/>
                        <a:t>“I should make sure she is having more than six wet diapers a day.”</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48693715"/>
                  </a:ext>
                </a:extLst>
              </a:tr>
              <a:tr h="370840">
                <a:tc>
                  <a:txBody>
                    <a:bodyPr/>
                    <a:lstStyle/>
                    <a:p>
                      <a:r>
                        <a:rPr lang="en-US" dirty="0"/>
                        <a:t>“I should tell my provider if there is redness or discharge at the incision.”</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1149032"/>
                  </a:ext>
                </a:extLst>
              </a:tr>
              <a:tr h="370840">
                <a:tc>
                  <a:txBody>
                    <a:bodyPr/>
                    <a:lstStyle/>
                    <a:p>
                      <a:r>
                        <a:rPr lang="en-US" dirty="0"/>
                        <a:t>“My child will require long-term diet changes to prevent further complications.” </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260299221"/>
                  </a:ext>
                </a:extLst>
              </a:tr>
            </a:tbl>
          </a:graphicData>
        </a:graphic>
      </p:graphicFrame>
    </p:spTree>
    <p:extLst>
      <p:ext uri="{BB962C8B-B14F-4D97-AF65-F5344CB8AC3E}">
        <p14:creationId xmlns:p14="http://schemas.microsoft.com/office/powerpoint/2010/main" val="220305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51B1-6CA7-A08B-84E1-4AF2A79B1B8D}"/>
              </a:ext>
            </a:extLst>
          </p:cNvPr>
          <p:cNvSpPr>
            <a:spLocks noGrp="1"/>
          </p:cNvSpPr>
          <p:nvPr>
            <p:ph type="title"/>
          </p:nvPr>
        </p:nvSpPr>
        <p:spPr/>
        <p:txBody>
          <a:bodyPr>
            <a:normAutofit/>
          </a:bodyPr>
          <a:lstStyle/>
          <a:p>
            <a:r>
              <a:rPr lang="en-US" sz="2400" dirty="0"/>
              <a:t>The nurse has begun discharge education with the caregiver. For each statement made by the caregiver, click to specify whether the statement indicates an understanding or no understanding of the teaching provided. </a:t>
            </a:r>
          </a:p>
        </p:txBody>
      </p:sp>
      <p:graphicFrame>
        <p:nvGraphicFramePr>
          <p:cNvPr id="4" name="Table 4">
            <a:extLst>
              <a:ext uri="{FF2B5EF4-FFF2-40B4-BE49-F238E27FC236}">
                <a16:creationId xmlns:a16="http://schemas.microsoft.com/office/drawing/2014/main" id="{752BFEDE-7A51-96BB-F8A4-A14A86AD3AB6}"/>
              </a:ext>
            </a:extLst>
          </p:cNvPr>
          <p:cNvGraphicFramePr>
            <a:graphicFrameLocks noGrp="1"/>
          </p:cNvGraphicFramePr>
          <p:nvPr>
            <p:ph idx="1"/>
            <p:extLst>
              <p:ext uri="{D42A27DB-BD31-4B8C-83A1-F6EECF244321}">
                <p14:modId xmlns:p14="http://schemas.microsoft.com/office/powerpoint/2010/main" val="3496888818"/>
              </p:ext>
            </p:extLst>
          </p:nvPr>
        </p:nvGraphicFramePr>
        <p:xfrm>
          <a:off x="838200" y="1825625"/>
          <a:ext cx="10515597" cy="47599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2106175189"/>
                    </a:ext>
                  </a:extLst>
                </a:gridCol>
                <a:gridCol w="3505199">
                  <a:extLst>
                    <a:ext uri="{9D8B030D-6E8A-4147-A177-3AD203B41FA5}">
                      <a16:colId xmlns:a16="http://schemas.microsoft.com/office/drawing/2014/main" val="1029953752"/>
                    </a:ext>
                  </a:extLst>
                </a:gridCol>
                <a:gridCol w="3505199">
                  <a:extLst>
                    <a:ext uri="{9D8B030D-6E8A-4147-A177-3AD203B41FA5}">
                      <a16:colId xmlns:a16="http://schemas.microsoft.com/office/drawing/2014/main" val="2232711186"/>
                    </a:ext>
                  </a:extLst>
                </a:gridCol>
              </a:tblGrid>
              <a:tr h="370840">
                <a:tc>
                  <a:txBody>
                    <a:bodyPr/>
                    <a:lstStyle/>
                    <a:p>
                      <a:r>
                        <a:rPr lang="en-US" dirty="0"/>
                        <a:t>Client Statement</a:t>
                      </a:r>
                    </a:p>
                  </a:txBody>
                  <a:tcPr/>
                </a:tc>
                <a:tc>
                  <a:txBody>
                    <a:bodyPr/>
                    <a:lstStyle/>
                    <a:p>
                      <a:r>
                        <a:rPr lang="en-US" dirty="0"/>
                        <a:t>Understanding</a:t>
                      </a:r>
                    </a:p>
                  </a:txBody>
                  <a:tcPr/>
                </a:tc>
                <a:tc>
                  <a:txBody>
                    <a:bodyPr/>
                    <a:lstStyle/>
                    <a:p>
                      <a:r>
                        <a:rPr lang="en-US" dirty="0"/>
                        <a:t>No Understanding </a:t>
                      </a:r>
                    </a:p>
                  </a:txBody>
                  <a:tcPr/>
                </a:tc>
                <a:extLst>
                  <a:ext uri="{0D108BD9-81ED-4DB2-BD59-A6C34878D82A}">
                    <a16:rowId xmlns:a16="http://schemas.microsoft.com/office/drawing/2014/main" val="2075761988"/>
                  </a:ext>
                </a:extLst>
              </a:tr>
              <a:tr h="370840">
                <a:tc>
                  <a:txBody>
                    <a:bodyPr/>
                    <a:lstStyle/>
                    <a:p>
                      <a:r>
                        <a:rPr lang="en-US" dirty="0"/>
                        <a:t>“I caused this condition by overfeeding my child.” </a:t>
                      </a:r>
                    </a:p>
                  </a:txBody>
                  <a:tcPr/>
                </a:tc>
                <a:tc>
                  <a:txBody>
                    <a:bodyPr/>
                    <a:lstStyle/>
                    <a:p>
                      <a:endParaRPr lang="en-US" dirty="0"/>
                    </a:p>
                  </a:txBody>
                  <a:tcPr/>
                </a:tc>
                <a:tc>
                  <a:txBody>
                    <a:bodyPr/>
                    <a:lstStyle/>
                    <a:p>
                      <a:r>
                        <a:rPr lang="en-US" dirty="0"/>
                        <a:t>x</a:t>
                      </a:r>
                    </a:p>
                  </a:txBody>
                  <a:tcPr/>
                </a:tc>
                <a:extLst>
                  <a:ext uri="{0D108BD9-81ED-4DB2-BD59-A6C34878D82A}">
                    <a16:rowId xmlns:a16="http://schemas.microsoft.com/office/drawing/2014/main" val="3376459665"/>
                  </a:ext>
                </a:extLst>
              </a:tr>
              <a:tr h="370840">
                <a:tc>
                  <a:txBody>
                    <a:bodyPr/>
                    <a:lstStyle/>
                    <a:p>
                      <a:r>
                        <a:rPr lang="en-US" dirty="0"/>
                        <a:t>“I should feed my child slowly and burp her frequently.”</a:t>
                      </a:r>
                    </a:p>
                  </a:txBody>
                  <a:tcPr/>
                </a:tc>
                <a:tc>
                  <a:txBody>
                    <a:bodyPr/>
                    <a:lstStyle/>
                    <a:p>
                      <a:r>
                        <a:rPr lang="en-US" dirty="0"/>
                        <a:t>x</a:t>
                      </a:r>
                    </a:p>
                  </a:txBody>
                  <a:tcPr/>
                </a:tc>
                <a:tc>
                  <a:txBody>
                    <a:bodyPr/>
                    <a:lstStyle/>
                    <a:p>
                      <a:endParaRPr lang="en-US"/>
                    </a:p>
                  </a:txBody>
                  <a:tcPr/>
                </a:tc>
                <a:extLst>
                  <a:ext uri="{0D108BD9-81ED-4DB2-BD59-A6C34878D82A}">
                    <a16:rowId xmlns:a16="http://schemas.microsoft.com/office/drawing/2014/main" val="4291749047"/>
                  </a:ext>
                </a:extLst>
              </a:tr>
              <a:tr h="370840">
                <a:tc>
                  <a:txBody>
                    <a:bodyPr/>
                    <a:lstStyle/>
                    <a:p>
                      <a:r>
                        <a:rPr lang="en-US" dirty="0"/>
                        <a:t>“I should continue to give my child water to keep her hydrated.”</a:t>
                      </a:r>
                    </a:p>
                  </a:txBody>
                  <a:tcPr/>
                </a:tc>
                <a:tc>
                  <a:txBody>
                    <a:bodyPr/>
                    <a:lstStyle/>
                    <a:p>
                      <a:endParaRPr lang="en-US" dirty="0"/>
                    </a:p>
                  </a:txBody>
                  <a:tcPr/>
                </a:tc>
                <a:tc>
                  <a:txBody>
                    <a:bodyPr/>
                    <a:lstStyle/>
                    <a:p>
                      <a:r>
                        <a:rPr lang="en-US" dirty="0"/>
                        <a:t>x</a:t>
                      </a:r>
                    </a:p>
                  </a:txBody>
                  <a:tcPr/>
                </a:tc>
                <a:extLst>
                  <a:ext uri="{0D108BD9-81ED-4DB2-BD59-A6C34878D82A}">
                    <a16:rowId xmlns:a16="http://schemas.microsoft.com/office/drawing/2014/main" val="819498698"/>
                  </a:ext>
                </a:extLst>
              </a:tr>
              <a:tr h="370840">
                <a:tc>
                  <a:txBody>
                    <a:bodyPr/>
                    <a:lstStyle/>
                    <a:p>
                      <a:r>
                        <a:rPr lang="en-US" dirty="0"/>
                        <a:t>“I should make sure she is having more than six wet diapers a day.”</a:t>
                      </a:r>
                    </a:p>
                  </a:txBody>
                  <a:tcPr/>
                </a:tc>
                <a:tc>
                  <a:txBody>
                    <a:bodyPr/>
                    <a:lstStyle/>
                    <a:p>
                      <a:r>
                        <a:rPr lang="en-US" dirty="0"/>
                        <a:t>x</a:t>
                      </a:r>
                    </a:p>
                  </a:txBody>
                  <a:tcPr/>
                </a:tc>
                <a:tc>
                  <a:txBody>
                    <a:bodyPr/>
                    <a:lstStyle/>
                    <a:p>
                      <a:endParaRPr lang="en-US"/>
                    </a:p>
                  </a:txBody>
                  <a:tcPr/>
                </a:tc>
                <a:extLst>
                  <a:ext uri="{0D108BD9-81ED-4DB2-BD59-A6C34878D82A}">
                    <a16:rowId xmlns:a16="http://schemas.microsoft.com/office/drawing/2014/main" val="4048693715"/>
                  </a:ext>
                </a:extLst>
              </a:tr>
              <a:tr h="370840">
                <a:tc>
                  <a:txBody>
                    <a:bodyPr/>
                    <a:lstStyle/>
                    <a:p>
                      <a:r>
                        <a:rPr lang="en-US" dirty="0"/>
                        <a:t>“I should tell my provider if there is redness or discharge at the incision.”</a:t>
                      </a:r>
                    </a:p>
                  </a:txBody>
                  <a:tcPr/>
                </a:tc>
                <a:tc>
                  <a:txBody>
                    <a:bodyPr/>
                    <a:lstStyle/>
                    <a:p>
                      <a:r>
                        <a:rPr lang="en-US" dirty="0"/>
                        <a:t>x</a:t>
                      </a:r>
                    </a:p>
                  </a:txBody>
                  <a:tcPr/>
                </a:tc>
                <a:tc>
                  <a:txBody>
                    <a:bodyPr/>
                    <a:lstStyle/>
                    <a:p>
                      <a:endParaRPr lang="en-US"/>
                    </a:p>
                  </a:txBody>
                  <a:tcPr/>
                </a:tc>
                <a:extLst>
                  <a:ext uri="{0D108BD9-81ED-4DB2-BD59-A6C34878D82A}">
                    <a16:rowId xmlns:a16="http://schemas.microsoft.com/office/drawing/2014/main" val="271149032"/>
                  </a:ext>
                </a:extLst>
              </a:tr>
              <a:tr h="370840">
                <a:tc>
                  <a:txBody>
                    <a:bodyPr/>
                    <a:lstStyle/>
                    <a:p>
                      <a:r>
                        <a:rPr lang="en-US" dirty="0"/>
                        <a:t>“My child will require long-term diet changes to prevent further complications.” </a:t>
                      </a:r>
                    </a:p>
                  </a:txBody>
                  <a:tcPr/>
                </a:tc>
                <a:tc>
                  <a:txBody>
                    <a:bodyPr/>
                    <a:lstStyle/>
                    <a:p>
                      <a:endParaRPr lang="en-US"/>
                    </a:p>
                  </a:txBody>
                  <a:tcPr/>
                </a:tc>
                <a:tc>
                  <a:txBody>
                    <a:bodyPr/>
                    <a:lstStyle/>
                    <a:p>
                      <a:r>
                        <a:rPr lang="en-US" dirty="0"/>
                        <a:t>x</a:t>
                      </a:r>
                    </a:p>
                  </a:txBody>
                  <a:tcPr/>
                </a:tc>
                <a:extLst>
                  <a:ext uri="{0D108BD9-81ED-4DB2-BD59-A6C34878D82A}">
                    <a16:rowId xmlns:a16="http://schemas.microsoft.com/office/drawing/2014/main" val="1260299221"/>
                  </a:ext>
                </a:extLst>
              </a:tr>
            </a:tbl>
          </a:graphicData>
        </a:graphic>
      </p:graphicFrame>
    </p:spTree>
    <p:extLst>
      <p:ext uri="{BB962C8B-B14F-4D97-AF65-F5344CB8AC3E}">
        <p14:creationId xmlns:p14="http://schemas.microsoft.com/office/powerpoint/2010/main" val="3854342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BA598C-56CF-6B78-2651-8B195F1A58F9}"/>
              </a:ext>
            </a:extLst>
          </p:cNvPr>
          <p:cNvPicPr>
            <a:picLocks noChangeAspect="1"/>
          </p:cNvPicPr>
          <p:nvPr/>
        </p:nvPicPr>
        <p:blipFill>
          <a:blip r:embed="rId2"/>
          <a:stretch>
            <a:fillRect/>
          </a:stretch>
        </p:blipFill>
        <p:spPr>
          <a:xfrm>
            <a:off x="1817959" y="0"/>
            <a:ext cx="8556081" cy="6858000"/>
          </a:xfrm>
          <a:prstGeom prst="rect">
            <a:avLst/>
          </a:prstGeom>
        </p:spPr>
      </p:pic>
    </p:spTree>
    <p:extLst>
      <p:ext uri="{BB962C8B-B14F-4D97-AF65-F5344CB8AC3E}">
        <p14:creationId xmlns:p14="http://schemas.microsoft.com/office/powerpoint/2010/main" val="2497818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Books on a briefcase">
            <a:extLst>
              <a:ext uri="{FF2B5EF4-FFF2-40B4-BE49-F238E27FC236}">
                <a16:creationId xmlns:a16="http://schemas.microsoft.com/office/drawing/2014/main" id="{91BED75C-7858-4748-C86A-BED6F9DC410B}"/>
              </a:ext>
            </a:extLst>
          </p:cNvPr>
          <p:cNvPicPr>
            <a:picLocks noChangeAspect="1"/>
          </p:cNvPicPr>
          <p:nvPr/>
        </p:nvPicPr>
        <p:blipFill rotWithShape="1">
          <a:blip r:embed="rId2"/>
          <a:srcRect r="11205" b="1"/>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CE41D1B-D8C1-84E4-4A92-A2A9C05489C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Next Case </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993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73EFB5-511A-6DAA-C54B-8A6A99B68B08}"/>
              </a:ext>
            </a:extLst>
          </p:cNvPr>
          <p:cNvPicPr>
            <a:picLocks noChangeAspect="1"/>
          </p:cNvPicPr>
          <p:nvPr/>
        </p:nvPicPr>
        <p:blipFill>
          <a:blip r:embed="rId2"/>
          <a:stretch>
            <a:fillRect/>
          </a:stretch>
        </p:blipFill>
        <p:spPr>
          <a:xfrm>
            <a:off x="1742467" y="914049"/>
            <a:ext cx="8707065" cy="5029902"/>
          </a:xfrm>
          <a:prstGeom prst="rect">
            <a:avLst/>
          </a:prstGeom>
        </p:spPr>
      </p:pic>
      <p:pic>
        <p:nvPicPr>
          <p:cNvPr id="2" name="Picture 1">
            <a:extLst>
              <a:ext uri="{FF2B5EF4-FFF2-40B4-BE49-F238E27FC236}">
                <a16:creationId xmlns:a16="http://schemas.microsoft.com/office/drawing/2014/main" id="{5A063EA2-6992-45B8-F3AB-2F54EE4C2D1E}"/>
              </a:ext>
            </a:extLst>
          </p:cNvPr>
          <p:cNvPicPr>
            <a:picLocks noChangeAspect="1"/>
          </p:cNvPicPr>
          <p:nvPr/>
        </p:nvPicPr>
        <p:blipFill>
          <a:blip r:embed="rId3"/>
          <a:stretch>
            <a:fillRect/>
          </a:stretch>
        </p:blipFill>
        <p:spPr>
          <a:xfrm>
            <a:off x="4137040" y="1821547"/>
            <a:ext cx="4172532" cy="2152950"/>
          </a:xfrm>
          <a:prstGeom prst="rect">
            <a:avLst/>
          </a:prstGeom>
        </p:spPr>
      </p:pic>
      <p:pic>
        <p:nvPicPr>
          <p:cNvPr id="3" name="Picture 2">
            <a:extLst>
              <a:ext uri="{FF2B5EF4-FFF2-40B4-BE49-F238E27FC236}">
                <a16:creationId xmlns:a16="http://schemas.microsoft.com/office/drawing/2014/main" id="{F67C2579-D15E-16DE-F7B2-0EE30E877F55}"/>
              </a:ext>
            </a:extLst>
          </p:cNvPr>
          <p:cNvPicPr>
            <a:picLocks noChangeAspect="1"/>
          </p:cNvPicPr>
          <p:nvPr/>
        </p:nvPicPr>
        <p:blipFill>
          <a:blip r:embed="rId4"/>
          <a:stretch>
            <a:fillRect/>
          </a:stretch>
        </p:blipFill>
        <p:spPr>
          <a:xfrm>
            <a:off x="4399873" y="1370610"/>
            <a:ext cx="4115374" cy="3896269"/>
          </a:xfrm>
          <a:prstGeom prst="rect">
            <a:avLst/>
          </a:prstGeom>
        </p:spPr>
      </p:pic>
    </p:spTree>
    <p:extLst>
      <p:ext uri="{BB962C8B-B14F-4D97-AF65-F5344CB8AC3E}">
        <p14:creationId xmlns:p14="http://schemas.microsoft.com/office/powerpoint/2010/main" val="126539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79C3-B396-7781-98D5-F370D2C210FE}"/>
              </a:ext>
            </a:extLst>
          </p:cNvPr>
          <p:cNvSpPr>
            <a:spLocks noGrp="1"/>
          </p:cNvSpPr>
          <p:nvPr>
            <p:ph type="title"/>
          </p:nvPr>
        </p:nvSpPr>
        <p:spPr/>
        <p:txBody>
          <a:bodyPr/>
          <a:lstStyle/>
          <a:p>
            <a:r>
              <a:rPr lang="en-US" dirty="0"/>
              <a:t>From the options highlighted, choose the findings requiring </a:t>
            </a:r>
            <a:r>
              <a:rPr lang="en-US" b="1" dirty="0"/>
              <a:t>immediate</a:t>
            </a:r>
            <a:r>
              <a:rPr lang="en-US" dirty="0"/>
              <a:t> follow-up</a:t>
            </a:r>
          </a:p>
        </p:txBody>
      </p:sp>
      <p:pic>
        <p:nvPicPr>
          <p:cNvPr id="5" name="Picture 4">
            <a:extLst>
              <a:ext uri="{FF2B5EF4-FFF2-40B4-BE49-F238E27FC236}">
                <a16:creationId xmlns:a16="http://schemas.microsoft.com/office/drawing/2014/main" id="{82DE7B50-47E9-F5D4-7B34-0EE096D30871}"/>
              </a:ext>
            </a:extLst>
          </p:cNvPr>
          <p:cNvPicPr>
            <a:picLocks noChangeAspect="1"/>
          </p:cNvPicPr>
          <p:nvPr/>
        </p:nvPicPr>
        <p:blipFill>
          <a:blip r:embed="rId2"/>
          <a:stretch>
            <a:fillRect/>
          </a:stretch>
        </p:blipFill>
        <p:spPr>
          <a:xfrm>
            <a:off x="1589831" y="2002058"/>
            <a:ext cx="8572500" cy="4057650"/>
          </a:xfrm>
          <a:prstGeom prst="rect">
            <a:avLst/>
          </a:prstGeom>
        </p:spPr>
      </p:pic>
    </p:spTree>
    <p:extLst>
      <p:ext uri="{BB962C8B-B14F-4D97-AF65-F5344CB8AC3E}">
        <p14:creationId xmlns:p14="http://schemas.microsoft.com/office/powerpoint/2010/main" val="961924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70F2AB-40D2-51B7-1E08-9F83930D6124}"/>
              </a:ext>
            </a:extLst>
          </p:cNvPr>
          <p:cNvPicPr>
            <a:picLocks noChangeAspect="1"/>
          </p:cNvPicPr>
          <p:nvPr/>
        </p:nvPicPr>
        <p:blipFill>
          <a:blip r:embed="rId3"/>
          <a:stretch>
            <a:fillRect/>
          </a:stretch>
        </p:blipFill>
        <p:spPr>
          <a:xfrm>
            <a:off x="1809750" y="1400175"/>
            <a:ext cx="8572500" cy="4057650"/>
          </a:xfrm>
          <a:prstGeom prst="rect">
            <a:avLst/>
          </a:prstGeom>
        </p:spPr>
      </p:pic>
    </p:spTree>
    <p:extLst>
      <p:ext uri="{BB962C8B-B14F-4D97-AF65-F5344CB8AC3E}">
        <p14:creationId xmlns:p14="http://schemas.microsoft.com/office/powerpoint/2010/main" val="141798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19B0B7-98D8-8946-349A-C0061EB160C2}"/>
              </a:ext>
            </a:extLst>
          </p:cNvPr>
          <p:cNvPicPr>
            <a:picLocks noChangeAspect="1"/>
          </p:cNvPicPr>
          <p:nvPr/>
        </p:nvPicPr>
        <p:blipFill>
          <a:blip r:embed="rId2"/>
          <a:stretch>
            <a:fillRect/>
          </a:stretch>
        </p:blipFill>
        <p:spPr>
          <a:xfrm>
            <a:off x="1851872" y="0"/>
            <a:ext cx="8488255" cy="6858000"/>
          </a:xfrm>
          <a:prstGeom prst="rect">
            <a:avLst/>
          </a:prstGeom>
        </p:spPr>
      </p:pic>
    </p:spTree>
    <p:extLst>
      <p:ext uri="{BB962C8B-B14F-4D97-AF65-F5344CB8AC3E}">
        <p14:creationId xmlns:p14="http://schemas.microsoft.com/office/powerpoint/2010/main" val="1630798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E9ABB1-25A7-3A07-C60F-23334A796077}"/>
              </a:ext>
            </a:extLst>
          </p:cNvPr>
          <p:cNvSpPr>
            <a:spLocks noGrp="1"/>
          </p:cNvSpPr>
          <p:nvPr>
            <p:ph type="title"/>
          </p:nvPr>
        </p:nvSpPr>
        <p:spPr>
          <a:xfrm>
            <a:off x="1115568" y="548640"/>
            <a:ext cx="10168128" cy="1179576"/>
          </a:xfrm>
        </p:spPr>
        <p:txBody>
          <a:bodyPr>
            <a:normAutofit/>
          </a:bodyPr>
          <a:lstStyle/>
          <a:p>
            <a:r>
              <a:rPr lang="en-US" sz="2500"/>
              <a:t>For each client finding below, click to specify if the finding is consistent with the disease process of appendicitis, intussusception, or hypertrophic pyloric stenosis. Each finding may support more than 1 disease process </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4">
            <a:extLst>
              <a:ext uri="{FF2B5EF4-FFF2-40B4-BE49-F238E27FC236}">
                <a16:creationId xmlns:a16="http://schemas.microsoft.com/office/drawing/2014/main" id="{867F6CE5-53EC-AE05-F379-41EBC87092E9}"/>
              </a:ext>
            </a:extLst>
          </p:cNvPr>
          <p:cNvGraphicFramePr>
            <a:graphicFrameLocks noGrp="1"/>
          </p:cNvGraphicFramePr>
          <p:nvPr>
            <p:ph idx="1"/>
          </p:nvPr>
        </p:nvGraphicFramePr>
        <p:xfrm>
          <a:off x="1115568" y="2561259"/>
          <a:ext cx="10168131" cy="3410854"/>
        </p:xfrm>
        <a:graphic>
          <a:graphicData uri="http://schemas.openxmlformats.org/drawingml/2006/table">
            <a:tbl>
              <a:tblPr firstRow="1" bandRow="1">
                <a:tableStyleId>{5C22544A-7EE6-4342-B048-85BDC9FD1C3A}</a:tableStyleId>
              </a:tblPr>
              <a:tblGrid>
                <a:gridCol w="2656956">
                  <a:extLst>
                    <a:ext uri="{9D8B030D-6E8A-4147-A177-3AD203B41FA5}">
                      <a16:colId xmlns:a16="http://schemas.microsoft.com/office/drawing/2014/main" val="1916683779"/>
                    </a:ext>
                  </a:extLst>
                </a:gridCol>
                <a:gridCol w="2403779">
                  <a:extLst>
                    <a:ext uri="{9D8B030D-6E8A-4147-A177-3AD203B41FA5}">
                      <a16:colId xmlns:a16="http://schemas.microsoft.com/office/drawing/2014/main" val="700295914"/>
                    </a:ext>
                  </a:extLst>
                </a:gridCol>
                <a:gridCol w="2553698">
                  <a:extLst>
                    <a:ext uri="{9D8B030D-6E8A-4147-A177-3AD203B41FA5}">
                      <a16:colId xmlns:a16="http://schemas.microsoft.com/office/drawing/2014/main" val="3777172767"/>
                    </a:ext>
                  </a:extLst>
                </a:gridCol>
                <a:gridCol w="2553698">
                  <a:extLst>
                    <a:ext uri="{9D8B030D-6E8A-4147-A177-3AD203B41FA5}">
                      <a16:colId xmlns:a16="http://schemas.microsoft.com/office/drawing/2014/main" val="1693478567"/>
                    </a:ext>
                  </a:extLst>
                </a:gridCol>
              </a:tblGrid>
              <a:tr h="657300">
                <a:tc>
                  <a:txBody>
                    <a:bodyPr/>
                    <a:lstStyle/>
                    <a:p>
                      <a:r>
                        <a:rPr lang="en-US" sz="1700"/>
                        <a:t>Assessment Findings </a:t>
                      </a:r>
                    </a:p>
                  </a:txBody>
                  <a:tcPr marL="88824" marR="88824" marT="44412" marB="44412"/>
                </a:tc>
                <a:tc>
                  <a:txBody>
                    <a:bodyPr/>
                    <a:lstStyle/>
                    <a:p>
                      <a:r>
                        <a:rPr lang="en-US" sz="1700"/>
                        <a:t>Appendicitis </a:t>
                      </a:r>
                    </a:p>
                  </a:txBody>
                  <a:tcPr marL="88824" marR="88824" marT="44412" marB="44412"/>
                </a:tc>
                <a:tc>
                  <a:txBody>
                    <a:bodyPr/>
                    <a:lstStyle/>
                    <a:p>
                      <a:r>
                        <a:rPr lang="en-US" sz="1700"/>
                        <a:t>Intussusception </a:t>
                      </a:r>
                    </a:p>
                  </a:txBody>
                  <a:tcPr marL="88824" marR="88824" marT="44412" marB="44412"/>
                </a:tc>
                <a:tc>
                  <a:txBody>
                    <a:bodyPr/>
                    <a:lstStyle/>
                    <a:p>
                      <a:r>
                        <a:rPr lang="en-US" sz="1700"/>
                        <a:t>Hypertrophic Pyloric Stenosis </a:t>
                      </a:r>
                    </a:p>
                  </a:txBody>
                  <a:tcPr marL="88824" marR="88824" marT="44412" marB="44412"/>
                </a:tc>
                <a:extLst>
                  <a:ext uri="{0D108BD9-81ED-4DB2-BD59-A6C34878D82A}">
                    <a16:rowId xmlns:a16="http://schemas.microsoft.com/office/drawing/2014/main" val="150866404"/>
                  </a:ext>
                </a:extLst>
              </a:tr>
              <a:tr h="390827">
                <a:tc>
                  <a:txBody>
                    <a:bodyPr/>
                    <a:lstStyle/>
                    <a:p>
                      <a:r>
                        <a:rPr lang="en-US" sz="1700"/>
                        <a:t>Diarrhea</a:t>
                      </a:r>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3304169046"/>
                  </a:ext>
                </a:extLst>
              </a:tr>
              <a:tr h="390827">
                <a:tc>
                  <a:txBody>
                    <a:bodyPr/>
                    <a:lstStyle/>
                    <a:p>
                      <a:r>
                        <a:rPr lang="en-US" sz="1700"/>
                        <a:t>Green vomit </a:t>
                      </a:r>
                      <a:endParaRPr lang="en-US" sz="1700" dirty="0"/>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653820134"/>
                  </a:ext>
                </a:extLst>
              </a:tr>
              <a:tr h="657300">
                <a:tc>
                  <a:txBody>
                    <a:bodyPr/>
                    <a:lstStyle/>
                    <a:p>
                      <a:r>
                        <a:rPr lang="en-US" sz="1700"/>
                        <a:t>Stool with blood and mucus </a:t>
                      </a:r>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2291061609"/>
                  </a:ext>
                </a:extLst>
              </a:tr>
              <a:tr h="657300">
                <a:tc>
                  <a:txBody>
                    <a:bodyPr/>
                    <a:lstStyle/>
                    <a:p>
                      <a:r>
                        <a:rPr lang="en-US" sz="1700"/>
                        <a:t>Increased white blood cell count </a:t>
                      </a:r>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3276797511"/>
                  </a:ext>
                </a:extLst>
              </a:tr>
              <a:tr h="657300">
                <a:tc>
                  <a:txBody>
                    <a:bodyPr/>
                    <a:lstStyle/>
                    <a:p>
                      <a:r>
                        <a:rPr lang="en-US" sz="1700"/>
                        <a:t>Right upper quadrant abdominal mass </a:t>
                      </a:r>
                    </a:p>
                  </a:txBody>
                  <a:tcPr marL="88824" marR="88824" marT="44412" marB="44412"/>
                </a:tc>
                <a:tc>
                  <a:txBody>
                    <a:bodyPr/>
                    <a:lstStyle/>
                    <a:p>
                      <a:endParaRPr lang="en-US" sz="1700"/>
                    </a:p>
                  </a:txBody>
                  <a:tcPr marL="88824" marR="88824" marT="44412" marB="44412"/>
                </a:tc>
                <a:tc>
                  <a:txBody>
                    <a:bodyPr/>
                    <a:lstStyle/>
                    <a:p>
                      <a:endParaRPr lang="en-US" sz="1700"/>
                    </a:p>
                  </a:txBody>
                  <a:tcPr marL="88824" marR="88824" marT="44412" marB="44412"/>
                </a:tc>
                <a:tc>
                  <a:txBody>
                    <a:bodyPr/>
                    <a:lstStyle/>
                    <a:p>
                      <a:endParaRPr lang="en-US" sz="1700" dirty="0"/>
                    </a:p>
                  </a:txBody>
                  <a:tcPr marL="88824" marR="88824" marT="44412" marB="44412"/>
                </a:tc>
                <a:extLst>
                  <a:ext uri="{0D108BD9-81ED-4DB2-BD59-A6C34878D82A}">
                    <a16:rowId xmlns:a16="http://schemas.microsoft.com/office/drawing/2014/main" val="11995060"/>
                  </a:ext>
                </a:extLst>
              </a:tr>
            </a:tbl>
          </a:graphicData>
        </a:graphic>
      </p:graphicFrame>
    </p:spTree>
    <p:extLst>
      <p:ext uri="{BB962C8B-B14F-4D97-AF65-F5344CB8AC3E}">
        <p14:creationId xmlns:p14="http://schemas.microsoft.com/office/powerpoint/2010/main" val="4070254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E9ABB1-25A7-3A07-C60F-23334A796077}"/>
              </a:ext>
            </a:extLst>
          </p:cNvPr>
          <p:cNvSpPr>
            <a:spLocks noGrp="1"/>
          </p:cNvSpPr>
          <p:nvPr>
            <p:ph type="title"/>
          </p:nvPr>
        </p:nvSpPr>
        <p:spPr>
          <a:xfrm>
            <a:off x="1115568" y="548640"/>
            <a:ext cx="10168128" cy="1179576"/>
          </a:xfrm>
        </p:spPr>
        <p:txBody>
          <a:bodyPr>
            <a:normAutofit/>
          </a:bodyPr>
          <a:lstStyle/>
          <a:p>
            <a:r>
              <a:rPr lang="en-US" sz="2500"/>
              <a:t>For each client finding below, click to specify if the finding is consistent with the disease process of appendicitis, intussusception, or hypertrophic pyloric stenosis. Each finding may support more than 1 disease process </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4">
            <a:extLst>
              <a:ext uri="{FF2B5EF4-FFF2-40B4-BE49-F238E27FC236}">
                <a16:creationId xmlns:a16="http://schemas.microsoft.com/office/drawing/2014/main" id="{867F6CE5-53EC-AE05-F379-41EBC87092E9}"/>
              </a:ext>
            </a:extLst>
          </p:cNvPr>
          <p:cNvGraphicFramePr>
            <a:graphicFrameLocks noGrp="1"/>
          </p:cNvGraphicFramePr>
          <p:nvPr>
            <p:ph idx="1"/>
          </p:nvPr>
        </p:nvGraphicFramePr>
        <p:xfrm>
          <a:off x="1115568" y="2561259"/>
          <a:ext cx="10168131" cy="3410854"/>
        </p:xfrm>
        <a:graphic>
          <a:graphicData uri="http://schemas.openxmlformats.org/drawingml/2006/table">
            <a:tbl>
              <a:tblPr firstRow="1" bandRow="1">
                <a:tableStyleId>{5C22544A-7EE6-4342-B048-85BDC9FD1C3A}</a:tableStyleId>
              </a:tblPr>
              <a:tblGrid>
                <a:gridCol w="2656956">
                  <a:extLst>
                    <a:ext uri="{9D8B030D-6E8A-4147-A177-3AD203B41FA5}">
                      <a16:colId xmlns:a16="http://schemas.microsoft.com/office/drawing/2014/main" val="1916683779"/>
                    </a:ext>
                  </a:extLst>
                </a:gridCol>
                <a:gridCol w="2403779">
                  <a:extLst>
                    <a:ext uri="{9D8B030D-6E8A-4147-A177-3AD203B41FA5}">
                      <a16:colId xmlns:a16="http://schemas.microsoft.com/office/drawing/2014/main" val="700295914"/>
                    </a:ext>
                  </a:extLst>
                </a:gridCol>
                <a:gridCol w="2553698">
                  <a:extLst>
                    <a:ext uri="{9D8B030D-6E8A-4147-A177-3AD203B41FA5}">
                      <a16:colId xmlns:a16="http://schemas.microsoft.com/office/drawing/2014/main" val="3777172767"/>
                    </a:ext>
                  </a:extLst>
                </a:gridCol>
                <a:gridCol w="2553698">
                  <a:extLst>
                    <a:ext uri="{9D8B030D-6E8A-4147-A177-3AD203B41FA5}">
                      <a16:colId xmlns:a16="http://schemas.microsoft.com/office/drawing/2014/main" val="1693478567"/>
                    </a:ext>
                  </a:extLst>
                </a:gridCol>
              </a:tblGrid>
              <a:tr h="657300">
                <a:tc>
                  <a:txBody>
                    <a:bodyPr/>
                    <a:lstStyle/>
                    <a:p>
                      <a:r>
                        <a:rPr lang="en-US" sz="1700"/>
                        <a:t>Assessment Findings </a:t>
                      </a:r>
                    </a:p>
                  </a:txBody>
                  <a:tcPr marL="88824" marR="88824" marT="44412" marB="44412"/>
                </a:tc>
                <a:tc>
                  <a:txBody>
                    <a:bodyPr/>
                    <a:lstStyle/>
                    <a:p>
                      <a:r>
                        <a:rPr lang="en-US" sz="1700"/>
                        <a:t>Appendicitis </a:t>
                      </a:r>
                    </a:p>
                  </a:txBody>
                  <a:tcPr marL="88824" marR="88824" marT="44412" marB="44412"/>
                </a:tc>
                <a:tc>
                  <a:txBody>
                    <a:bodyPr/>
                    <a:lstStyle/>
                    <a:p>
                      <a:r>
                        <a:rPr lang="en-US" sz="1700"/>
                        <a:t>Intussusception </a:t>
                      </a:r>
                    </a:p>
                  </a:txBody>
                  <a:tcPr marL="88824" marR="88824" marT="44412" marB="44412"/>
                </a:tc>
                <a:tc>
                  <a:txBody>
                    <a:bodyPr/>
                    <a:lstStyle/>
                    <a:p>
                      <a:r>
                        <a:rPr lang="en-US" sz="1700"/>
                        <a:t>Hypertrophic Pyloric Stenosis </a:t>
                      </a:r>
                    </a:p>
                  </a:txBody>
                  <a:tcPr marL="88824" marR="88824" marT="44412" marB="44412"/>
                </a:tc>
                <a:extLst>
                  <a:ext uri="{0D108BD9-81ED-4DB2-BD59-A6C34878D82A}">
                    <a16:rowId xmlns:a16="http://schemas.microsoft.com/office/drawing/2014/main" val="150866404"/>
                  </a:ext>
                </a:extLst>
              </a:tr>
              <a:tr h="390827">
                <a:tc>
                  <a:txBody>
                    <a:bodyPr/>
                    <a:lstStyle/>
                    <a:p>
                      <a:r>
                        <a:rPr lang="en-US" sz="1700"/>
                        <a:t>Diarrhea</a:t>
                      </a:r>
                    </a:p>
                  </a:txBody>
                  <a:tcPr marL="88824" marR="88824" marT="44412" marB="44412"/>
                </a:tc>
                <a:tc>
                  <a:txBody>
                    <a:bodyPr/>
                    <a:lstStyle/>
                    <a:p>
                      <a:r>
                        <a:rPr lang="en-US" sz="1700"/>
                        <a:t>x</a:t>
                      </a:r>
                    </a:p>
                  </a:txBody>
                  <a:tcPr marL="88824" marR="88824" marT="44412" marB="44412"/>
                </a:tc>
                <a:tc>
                  <a:txBody>
                    <a:bodyPr/>
                    <a:lstStyle/>
                    <a:p>
                      <a:r>
                        <a:rPr lang="en-US" sz="1700"/>
                        <a:t>x</a:t>
                      </a:r>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3304169046"/>
                  </a:ext>
                </a:extLst>
              </a:tr>
              <a:tr h="390827">
                <a:tc>
                  <a:txBody>
                    <a:bodyPr/>
                    <a:lstStyle/>
                    <a:p>
                      <a:r>
                        <a:rPr lang="en-US" sz="1700" dirty="0"/>
                        <a:t>Green vomit </a:t>
                      </a:r>
                    </a:p>
                  </a:txBody>
                  <a:tcPr marL="88824" marR="88824" marT="44412" marB="44412"/>
                </a:tc>
                <a:tc>
                  <a:txBody>
                    <a:bodyPr/>
                    <a:lstStyle/>
                    <a:p>
                      <a:endParaRPr lang="en-US" sz="1700"/>
                    </a:p>
                  </a:txBody>
                  <a:tcPr marL="88824" marR="88824" marT="44412" marB="44412"/>
                </a:tc>
                <a:tc>
                  <a:txBody>
                    <a:bodyPr/>
                    <a:lstStyle/>
                    <a:p>
                      <a:r>
                        <a:rPr lang="en-US" sz="1700"/>
                        <a:t>x</a:t>
                      </a:r>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653820134"/>
                  </a:ext>
                </a:extLst>
              </a:tr>
              <a:tr h="657300">
                <a:tc>
                  <a:txBody>
                    <a:bodyPr/>
                    <a:lstStyle/>
                    <a:p>
                      <a:r>
                        <a:rPr lang="en-US" sz="1700"/>
                        <a:t>Stool with blood and mucus </a:t>
                      </a:r>
                    </a:p>
                  </a:txBody>
                  <a:tcPr marL="88824" marR="88824" marT="44412" marB="44412"/>
                </a:tc>
                <a:tc>
                  <a:txBody>
                    <a:bodyPr/>
                    <a:lstStyle/>
                    <a:p>
                      <a:endParaRPr lang="en-US" sz="1700"/>
                    </a:p>
                  </a:txBody>
                  <a:tcPr marL="88824" marR="88824" marT="44412" marB="44412"/>
                </a:tc>
                <a:tc>
                  <a:txBody>
                    <a:bodyPr/>
                    <a:lstStyle/>
                    <a:p>
                      <a:r>
                        <a:rPr lang="en-US" sz="1700"/>
                        <a:t>x</a:t>
                      </a:r>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2291061609"/>
                  </a:ext>
                </a:extLst>
              </a:tr>
              <a:tr h="657300">
                <a:tc>
                  <a:txBody>
                    <a:bodyPr/>
                    <a:lstStyle/>
                    <a:p>
                      <a:r>
                        <a:rPr lang="en-US" sz="1700"/>
                        <a:t>Increased white blood cell count </a:t>
                      </a:r>
                    </a:p>
                  </a:txBody>
                  <a:tcPr marL="88824" marR="88824" marT="44412" marB="44412"/>
                </a:tc>
                <a:tc>
                  <a:txBody>
                    <a:bodyPr/>
                    <a:lstStyle/>
                    <a:p>
                      <a:r>
                        <a:rPr lang="en-US" sz="1700"/>
                        <a:t>x</a:t>
                      </a:r>
                    </a:p>
                  </a:txBody>
                  <a:tcPr marL="88824" marR="88824" marT="44412" marB="44412"/>
                </a:tc>
                <a:tc>
                  <a:txBody>
                    <a:bodyPr/>
                    <a:lstStyle/>
                    <a:p>
                      <a:r>
                        <a:rPr lang="en-US" sz="1700"/>
                        <a:t>x</a:t>
                      </a:r>
                    </a:p>
                  </a:txBody>
                  <a:tcPr marL="88824" marR="88824" marT="44412" marB="44412"/>
                </a:tc>
                <a:tc>
                  <a:txBody>
                    <a:bodyPr/>
                    <a:lstStyle/>
                    <a:p>
                      <a:endParaRPr lang="en-US" sz="1700"/>
                    </a:p>
                  </a:txBody>
                  <a:tcPr marL="88824" marR="88824" marT="44412" marB="44412"/>
                </a:tc>
                <a:extLst>
                  <a:ext uri="{0D108BD9-81ED-4DB2-BD59-A6C34878D82A}">
                    <a16:rowId xmlns:a16="http://schemas.microsoft.com/office/drawing/2014/main" val="3276797511"/>
                  </a:ext>
                </a:extLst>
              </a:tr>
              <a:tr h="657300">
                <a:tc>
                  <a:txBody>
                    <a:bodyPr/>
                    <a:lstStyle/>
                    <a:p>
                      <a:r>
                        <a:rPr lang="en-US" sz="1700"/>
                        <a:t>Right upper quadrant abdominal mass </a:t>
                      </a:r>
                    </a:p>
                  </a:txBody>
                  <a:tcPr marL="88824" marR="88824" marT="44412" marB="44412"/>
                </a:tc>
                <a:tc>
                  <a:txBody>
                    <a:bodyPr/>
                    <a:lstStyle/>
                    <a:p>
                      <a:endParaRPr lang="en-US" sz="1700"/>
                    </a:p>
                  </a:txBody>
                  <a:tcPr marL="88824" marR="88824" marT="44412" marB="44412"/>
                </a:tc>
                <a:tc>
                  <a:txBody>
                    <a:bodyPr/>
                    <a:lstStyle/>
                    <a:p>
                      <a:r>
                        <a:rPr lang="en-US" sz="1700"/>
                        <a:t>x</a:t>
                      </a:r>
                    </a:p>
                  </a:txBody>
                  <a:tcPr marL="88824" marR="88824" marT="44412" marB="44412"/>
                </a:tc>
                <a:tc>
                  <a:txBody>
                    <a:bodyPr/>
                    <a:lstStyle/>
                    <a:p>
                      <a:r>
                        <a:rPr lang="en-US" sz="1700" dirty="0"/>
                        <a:t>x</a:t>
                      </a:r>
                    </a:p>
                  </a:txBody>
                  <a:tcPr marL="88824" marR="88824" marT="44412" marB="44412"/>
                </a:tc>
                <a:extLst>
                  <a:ext uri="{0D108BD9-81ED-4DB2-BD59-A6C34878D82A}">
                    <a16:rowId xmlns:a16="http://schemas.microsoft.com/office/drawing/2014/main" val="11995060"/>
                  </a:ext>
                </a:extLst>
              </a:tr>
            </a:tbl>
          </a:graphicData>
        </a:graphic>
      </p:graphicFrame>
    </p:spTree>
    <p:extLst>
      <p:ext uri="{BB962C8B-B14F-4D97-AF65-F5344CB8AC3E}">
        <p14:creationId xmlns:p14="http://schemas.microsoft.com/office/powerpoint/2010/main" val="1471536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EAF93F-F45D-38B1-C41B-8687C1460FE9}"/>
              </a:ext>
            </a:extLst>
          </p:cNvPr>
          <p:cNvPicPr>
            <a:picLocks noChangeAspect="1"/>
          </p:cNvPicPr>
          <p:nvPr/>
        </p:nvPicPr>
        <p:blipFill>
          <a:blip r:embed="rId2"/>
          <a:stretch>
            <a:fillRect/>
          </a:stretch>
        </p:blipFill>
        <p:spPr>
          <a:xfrm>
            <a:off x="1737704" y="809259"/>
            <a:ext cx="8716591" cy="5239481"/>
          </a:xfrm>
          <a:prstGeom prst="rect">
            <a:avLst/>
          </a:prstGeom>
        </p:spPr>
      </p:pic>
      <p:sp>
        <p:nvSpPr>
          <p:cNvPr id="4" name="Rectangle 3">
            <a:extLst>
              <a:ext uri="{FF2B5EF4-FFF2-40B4-BE49-F238E27FC236}">
                <a16:creationId xmlns:a16="http://schemas.microsoft.com/office/drawing/2014/main" id="{88CCCC3E-FF52-2DFB-1AAE-03D7F8AE2029}"/>
              </a:ext>
            </a:extLst>
          </p:cNvPr>
          <p:cNvSpPr/>
          <p:nvPr/>
        </p:nvSpPr>
        <p:spPr>
          <a:xfrm>
            <a:off x="9144000" y="4133589"/>
            <a:ext cx="1152395" cy="1503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046C5CC6-A3A5-66A4-FE92-9A1AE227BF4E}"/>
              </a:ext>
            </a:extLst>
          </p:cNvPr>
          <p:cNvSpPr/>
          <p:nvPr/>
        </p:nvSpPr>
        <p:spPr>
          <a:xfrm>
            <a:off x="1305556" y="4348619"/>
            <a:ext cx="864296" cy="1753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4873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B00F8C5-E157-8507-967B-800DB905B425}"/>
              </a:ext>
            </a:extLst>
          </p:cNvPr>
          <p:cNvSpPr>
            <a:spLocks noGrp="1"/>
          </p:cNvSpPr>
          <p:nvPr>
            <p:ph idx="1"/>
          </p:nvPr>
        </p:nvSpPr>
        <p:spPr>
          <a:xfrm>
            <a:off x="1115568" y="2481943"/>
            <a:ext cx="10168128" cy="3695020"/>
          </a:xfrm>
        </p:spPr>
        <p:txBody>
          <a:bodyPr>
            <a:normAutofit/>
          </a:bodyPr>
          <a:lstStyle/>
          <a:p>
            <a:pPr marL="0" indent="0">
              <a:buNone/>
            </a:pPr>
            <a:r>
              <a:rPr lang="en-US" sz="2200"/>
              <a:t>The nurse should be most concerned about</a:t>
            </a:r>
          </a:p>
          <a:p>
            <a:pPr lvl="1"/>
            <a:r>
              <a:rPr lang="en-US" sz="2200"/>
              <a:t>Failure to thrive</a:t>
            </a:r>
          </a:p>
          <a:p>
            <a:pPr lvl="1"/>
            <a:r>
              <a:rPr lang="en-US" sz="2200"/>
              <a:t>Bowel perforation</a:t>
            </a:r>
          </a:p>
          <a:p>
            <a:pPr lvl="1"/>
            <a:r>
              <a:rPr lang="en-US" sz="2200"/>
              <a:t>Fluid and electrolyte imbalance</a:t>
            </a:r>
          </a:p>
          <a:p>
            <a:pPr marL="0" indent="0">
              <a:buNone/>
            </a:pPr>
            <a:r>
              <a:rPr lang="en-US" sz="2200"/>
              <a:t>Due to</a:t>
            </a:r>
          </a:p>
          <a:p>
            <a:pPr lvl="1"/>
            <a:r>
              <a:rPr lang="en-US" sz="2200"/>
              <a:t>Ischemia</a:t>
            </a:r>
          </a:p>
          <a:p>
            <a:pPr lvl="1"/>
            <a:r>
              <a:rPr lang="en-US" sz="2200"/>
              <a:t>Poor intake</a:t>
            </a:r>
          </a:p>
          <a:p>
            <a:pPr lvl="1"/>
            <a:r>
              <a:rPr lang="en-US" sz="2200"/>
              <a:t>Vomiting and diarrhea</a:t>
            </a:r>
          </a:p>
        </p:txBody>
      </p:sp>
    </p:spTree>
    <p:extLst>
      <p:ext uri="{BB962C8B-B14F-4D97-AF65-F5344CB8AC3E}">
        <p14:creationId xmlns:p14="http://schemas.microsoft.com/office/powerpoint/2010/main" val="2561600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B00F8C5-E157-8507-967B-800DB905B425}"/>
              </a:ext>
            </a:extLst>
          </p:cNvPr>
          <p:cNvSpPr>
            <a:spLocks noGrp="1"/>
          </p:cNvSpPr>
          <p:nvPr>
            <p:ph idx="1"/>
          </p:nvPr>
        </p:nvSpPr>
        <p:spPr>
          <a:xfrm>
            <a:off x="1115568" y="2481943"/>
            <a:ext cx="10168128" cy="3695020"/>
          </a:xfrm>
        </p:spPr>
        <p:txBody>
          <a:bodyPr>
            <a:normAutofit/>
          </a:bodyPr>
          <a:lstStyle/>
          <a:p>
            <a:r>
              <a:rPr lang="en-US" sz="2200"/>
              <a:t>The nurse should be </a:t>
            </a:r>
            <a:r>
              <a:rPr lang="en-US" sz="2200" b="1"/>
              <a:t>most </a:t>
            </a:r>
            <a:r>
              <a:rPr lang="en-US" sz="2200"/>
              <a:t>concerned about </a:t>
            </a:r>
          </a:p>
          <a:p>
            <a:pPr lvl="1"/>
            <a:r>
              <a:rPr lang="en-US" sz="2200"/>
              <a:t>Failure to thrive</a:t>
            </a:r>
          </a:p>
          <a:p>
            <a:pPr lvl="1"/>
            <a:r>
              <a:rPr lang="en-US" sz="2200">
                <a:highlight>
                  <a:srgbClr val="FFFF00"/>
                </a:highlight>
              </a:rPr>
              <a:t>Bowel perforation</a:t>
            </a:r>
          </a:p>
          <a:p>
            <a:pPr lvl="1"/>
            <a:r>
              <a:rPr lang="en-US" sz="2200"/>
              <a:t>Fluid and electrolyte imbalance</a:t>
            </a:r>
          </a:p>
          <a:p>
            <a:r>
              <a:rPr lang="en-US" sz="2200"/>
              <a:t>Due to</a:t>
            </a:r>
          </a:p>
          <a:p>
            <a:pPr lvl="1"/>
            <a:r>
              <a:rPr lang="en-US" sz="2200">
                <a:highlight>
                  <a:srgbClr val="FFFF00"/>
                </a:highlight>
              </a:rPr>
              <a:t>Ischemia</a:t>
            </a:r>
          </a:p>
          <a:p>
            <a:pPr lvl="1"/>
            <a:r>
              <a:rPr lang="en-US" sz="2200"/>
              <a:t>Poor intake</a:t>
            </a:r>
          </a:p>
          <a:p>
            <a:pPr lvl="1"/>
            <a:r>
              <a:rPr lang="en-US" sz="2200"/>
              <a:t>Vomiting and diarrhea</a:t>
            </a:r>
          </a:p>
        </p:txBody>
      </p:sp>
    </p:spTree>
    <p:extLst>
      <p:ext uri="{BB962C8B-B14F-4D97-AF65-F5344CB8AC3E}">
        <p14:creationId xmlns:p14="http://schemas.microsoft.com/office/powerpoint/2010/main" val="2039944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6A6479-B988-B8F6-6190-D0BF494BAB3B}"/>
              </a:ext>
            </a:extLst>
          </p:cNvPr>
          <p:cNvPicPr>
            <a:picLocks noChangeAspect="1"/>
          </p:cNvPicPr>
          <p:nvPr/>
        </p:nvPicPr>
        <p:blipFill>
          <a:blip r:embed="rId2"/>
          <a:stretch>
            <a:fillRect/>
          </a:stretch>
        </p:blipFill>
        <p:spPr>
          <a:xfrm>
            <a:off x="101558" y="134999"/>
            <a:ext cx="4097670" cy="2958930"/>
          </a:xfrm>
          <a:prstGeom prst="rect">
            <a:avLst/>
          </a:prstGeom>
        </p:spPr>
      </p:pic>
      <p:pic>
        <p:nvPicPr>
          <p:cNvPr id="5" name="Picture 4">
            <a:extLst>
              <a:ext uri="{FF2B5EF4-FFF2-40B4-BE49-F238E27FC236}">
                <a16:creationId xmlns:a16="http://schemas.microsoft.com/office/drawing/2014/main" id="{8F6285A2-54D5-7632-E2DF-D42DF363FB78}"/>
              </a:ext>
            </a:extLst>
          </p:cNvPr>
          <p:cNvPicPr>
            <a:picLocks noChangeAspect="1"/>
          </p:cNvPicPr>
          <p:nvPr/>
        </p:nvPicPr>
        <p:blipFill>
          <a:blip r:embed="rId3"/>
          <a:stretch>
            <a:fillRect/>
          </a:stretch>
        </p:blipFill>
        <p:spPr>
          <a:xfrm>
            <a:off x="3914047" y="676406"/>
            <a:ext cx="8157453" cy="5871231"/>
          </a:xfrm>
          <a:prstGeom prst="rect">
            <a:avLst/>
          </a:prstGeom>
        </p:spPr>
      </p:pic>
    </p:spTree>
    <p:extLst>
      <p:ext uri="{BB962C8B-B14F-4D97-AF65-F5344CB8AC3E}">
        <p14:creationId xmlns:p14="http://schemas.microsoft.com/office/powerpoint/2010/main" val="2765882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9B26CD-E790-F134-A0AF-A8E759B35F3A}"/>
              </a:ext>
            </a:extLst>
          </p:cNvPr>
          <p:cNvSpPr>
            <a:spLocks noGrp="1"/>
          </p:cNvSpPr>
          <p:nvPr>
            <p:ph type="title"/>
          </p:nvPr>
        </p:nvSpPr>
        <p:spPr>
          <a:xfrm>
            <a:off x="1115568" y="548640"/>
            <a:ext cx="10168128" cy="1179576"/>
          </a:xfrm>
        </p:spPr>
        <p:txBody>
          <a:bodyPr>
            <a:normAutofit/>
          </a:bodyPr>
          <a:lstStyle/>
          <a:p>
            <a:r>
              <a:rPr lang="en-US" sz="2800" dirty="0"/>
              <a:t>For each potential intervention, click to specify whether the potential intervention is indicated or contraindicated for the care of the client. </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4">
            <a:extLst>
              <a:ext uri="{FF2B5EF4-FFF2-40B4-BE49-F238E27FC236}">
                <a16:creationId xmlns:a16="http://schemas.microsoft.com/office/drawing/2014/main" id="{66CD440C-BBBC-987B-FF76-4C6B5EA0F5E3}"/>
              </a:ext>
            </a:extLst>
          </p:cNvPr>
          <p:cNvGraphicFramePr>
            <a:graphicFrameLocks noGrp="1"/>
          </p:cNvGraphicFramePr>
          <p:nvPr>
            <p:ph idx="1"/>
          </p:nvPr>
        </p:nvGraphicFramePr>
        <p:xfrm>
          <a:off x="1135056" y="2269730"/>
          <a:ext cx="10129152" cy="3993913"/>
        </p:xfrm>
        <a:graphic>
          <a:graphicData uri="http://schemas.openxmlformats.org/drawingml/2006/table">
            <a:tbl>
              <a:tblPr firstRow="1" bandRow="1">
                <a:tableStyleId>{5C22544A-7EE6-4342-B048-85BDC9FD1C3A}</a:tableStyleId>
              </a:tblPr>
              <a:tblGrid>
                <a:gridCol w="4286489">
                  <a:extLst>
                    <a:ext uri="{9D8B030D-6E8A-4147-A177-3AD203B41FA5}">
                      <a16:colId xmlns:a16="http://schemas.microsoft.com/office/drawing/2014/main" val="433070123"/>
                    </a:ext>
                  </a:extLst>
                </a:gridCol>
                <a:gridCol w="2269654">
                  <a:extLst>
                    <a:ext uri="{9D8B030D-6E8A-4147-A177-3AD203B41FA5}">
                      <a16:colId xmlns:a16="http://schemas.microsoft.com/office/drawing/2014/main" val="1306563069"/>
                    </a:ext>
                  </a:extLst>
                </a:gridCol>
                <a:gridCol w="3573009">
                  <a:extLst>
                    <a:ext uri="{9D8B030D-6E8A-4147-A177-3AD203B41FA5}">
                      <a16:colId xmlns:a16="http://schemas.microsoft.com/office/drawing/2014/main" val="1258809802"/>
                    </a:ext>
                  </a:extLst>
                </a:gridCol>
              </a:tblGrid>
              <a:tr h="477533">
                <a:tc>
                  <a:txBody>
                    <a:bodyPr/>
                    <a:lstStyle/>
                    <a:p>
                      <a:r>
                        <a:rPr lang="en-US" sz="2100"/>
                        <a:t>Potential Interventions</a:t>
                      </a:r>
                    </a:p>
                  </a:txBody>
                  <a:tcPr marL="108530" marR="108530" marT="54265" marB="54265"/>
                </a:tc>
                <a:tc>
                  <a:txBody>
                    <a:bodyPr/>
                    <a:lstStyle/>
                    <a:p>
                      <a:r>
                        <a:rPr lang="en-US" sz="2100"/>
                        <a:t>Indicated</a:t>
                      </a:r>
                    </a:p>
                  </a:txBody>
                  <a:tcPr marL="108530" marR="108530" marT="54265" marB="54265"/>
                </a:tc>
                <a:tc>
                  <a:txBody>
                    <a:bodyPr/>
                    <a:lstStyle/>
                    <a:p>
                      <a:r>
                        <a:rPr lang="en-US" sz="2100"/>
                        <a:t>Contraindicated </a:t>
                      </a:r>
                    </a:p>
                  </a:txBody>
                  <a:tcPr marL="108530" marR="108530" marT="54265" marB="54265"/>
                </a:tc>
                <a:extLst>
                  <a:ext uri="{0D108BD9-81ED-4DB2-BD59-A6C34878D82A}">
                    <a16:rowId xmlns:a16="http://schemas.microsoft.com/office/drawing/2014/main" val="2208841808"/>
                  </a:ext>
                </a:extLst>
              </a:tr>
              <a:tr h="477533">
                <a:tc>
                  <a:txBody>
                    <a:bodyPr/>
                    <a:lstStyle/>
                    <a:p>
                      <a:r>
                        <a:rPr lang="en-US" sz="2100"/>
                        <a:t>Maintain NPO Status</a:t>
                      </a:r>
                    </a:p>
                  </a:txBody>
                  <a:tcPr marL="108530" marR="108530" marT="54265" marB="54265"/>
                </a:tc>
                <a:tc>
                  <a:txBody>
                    <a:bodyPr/>
                    <a:lstStyle/>
                    <a:p>
                      <a:endParaRPr lang="en-US" sz="2100"/>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991519773"/>
                  </a:ext>
                </a:extLst>
              </a:tr>
              <a:tr h="477533">
                <a:tc>
                  <a:txBody>
                    <a:bodyPr/>
                    <a:lstStyle/>
                    <a:p>
                      <a:r>
                        <a:rPr lang="en-US" sz="2100"/>
                        <a:t>Administer loperamide</a:t>
                      </a:r>
                    </a:p>
                  </a:txBody>
                  <a:tcPr marL="108530" marR="108530" marT="54265" marB="54265"/>
                </a:tc>
                <a:tc>
                  <a:txBody>
                    <a:bodyPr/>
                    <a:lstStyle/>
                    <a:p>
                      <a:endParaRPr lang="en-US" sz="2100"/>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2028874344"/>
                  </a:ext>
                </a:extLst>
              </a:tr>
              <a:tr h="477533">
                <a:tc>
                  <a:txBody>
                    <a:bodyPr/>
                    <a:lstStyle/>
                    <a:p>
                      <a:r>
                        <a:rPr lang="en-US" sz="2100"/>
                        <a:t>Prepare for a barium swallow</a:t>
                      </a:r>
                    </a:p>
                  </a:txBody>
                  <a:tcPr marL="108530" marR="108530" marT="54265" marB="54265"/>
                </a:tc>
                <a:tc>
                  <a:txBody>
                    <a:bodyPr/>
                    <a:lstStyle/>
                    <a:p>
                      <a:endParaRPr lang="en-US" sz="2100"/>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3538787182"/>
                  </a:ext>
                </a:extLst>
              </a:tr>
              <a:tr h="477533">
                <a:tc>
                  <a:txBody>
                    <a:bodyPr/>
                    <a:lstStyle/>
                    <a:p>
                      <a:r>
                        <a:rPr lang="en-US" sz="2100"/>
                        <a:t>Prepare for abdominal ultrasound</a:t>
                      </a:r>
                    </a:p>
                  </a:txBody>
                  <a:tcPr marL="108530" marR="108530" marT="54265" marB="54265"/>
                </a:tc>
                <a:tc>
                  <a:txBody>
                    <a:bodyPr/>
                    <a:lstStyle/>
                    <a:p>
                      <a:endParaRPr lang="en-US" sz="2100"/>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2003197232"/>
                  </a:ext>
                </a:extLst>
              </a:tr>
              <a:tr h="803124">
                <a:tc>
                  <a:txBody>
                    <a:bodyPr/>
                    <a:lstStyle/>
                    <a:p>
                      <a:r>
                        <a:rPr lang="en-US" sz="2100"/>
                        <a:t>Collect blood for a basic metabolic panel </a:t>
                      </a:r>
                    </a:p>
                  </a:txBody>
                  <a:tcPr marL="108530" marR="108530" marT="54265" marB="54265"/>
                </a:tc>
                <a:tc>
                  <a:txBody>
                    <a:bodyPr/>
                    <a:lstStyle/>
                    <a:p>
                      <a:endParaRPr lang="en-US" sz="2100"/>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4061340415"/>
                  </a:ext>
                </a:extLst>
              </a:tr>
              <a:tr h="803124">
                <a:tc>
                  <a:txBody>
                    <a:bodyPr/>
                    <a:lstStyle/>
                    <a:p>
                      <a:r>
                        <a:rPr lang="en-US" sz="2100"/>
                        <a:t>Prepare for reduction of telescoped bowel </a:t>
                      </a:r>
                    </a:p>
                  </a:txBody>
                  <a:tcPr marL="108530" marR="108530" marT="54265" marB="54265"/>
                </a:tc>
                <a:tc>
                  <a:txBody>
                    <a:bodyPr/>
                    <a:lstStyle/>
                    <a:p>
                      <a:endParaRPr lang="en-US" sz="2100"/>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986874698"/>
                  </a:ext>
                </a:extLst>
              </a:tr>
            </a:tbl>
          </a:graphicData>
        </a:graphic>
      </p:graphicFrame>
    </p:spTree>
    <p:extLst>
      <p:ext uri="{BB962C8B-B14F-4D97-AF65-F5344CB8AC3E}">
        <p14:creationId xmlns:p14="http://schemas.microsoft.com/office/powerpoint/2010/main" val="3707313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9B26CD-E790-F134-A0AF-A8E759B35F3A}"/>
              </a:ext>
            </a:extLst>
          </p:cNvPr>
          <p:cNvSpPr>
            <a:spLocks noGrp="1"/>
          </p:cNvSpPr>
          <p:nvPr>
            <p:ph type="title"/>
          </p:nvPr>
        </p:nvSpPr>
        <p:spPr>
          <a:xfrm>
            <a:off x="1115568" y="548640"/>
            <a:ext cx="10168128" cy="1179576"/>
          </a:xfrm>
        </p:spPr>
        <p:txBody>
          <a:bodyPr>
            <a:normAutofit/>
          </a:bodyPr>
          <a:lstStyle/>
          <a:p>
            <a:r>
              <a:rPr lang="en-US" sz="2800"/>
              <a:t>For each potential intervention, click to specify whether the potential intervention is indicated or contraindicated for the car of the client. </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4">
            <a:extLst>
              <a:ext uri="{FF2B5EF4-FFF2-40B4-BE49-F238E27FC236}">
                <a16:creationId xmlns:a16="http://schemas.microsoft.com/office/drawing/2014/main" id="{66CD440C-BBBC-987B-FF76-4C6B5EA0F5E3}"/>
              </a:ext>
            </a:extLst>
          </p:cNvPr>
          <p:cNvGraphicFramePr>
            <a:graphicFrameLocks noGrp="1"/>
          </p:cNvGraphicFramePr>
          <p:nvPr>
            <p:ph idx="1"/>
          </p:nvPr>
        </p:nvGraphicFramePr>
        <p:xfrm>
          <a:off x="1135056" y="2269730"/>
          <a:ext cx="10129152" cy="3993913"/>
        </p:xfrm>
        <a:graphic>
          <a:graphicData uri="http://schemas.openxmlformats.org/drawingml/2006/table">
            <a:tbl>
              <a:tblPr firstRow="1" bandRow="1">
                <a:tableStyleId>{5C22544A-7EE6-4342-B048-85BDC9FD1C3A}</a:tableStyleId>
              </a:tblPr>
              <a:tblGrid>
                <a:gridCol w="4286489">
                  <a:extLst>
                    <a:ext uri="{9D8B030D-6E8A-4147-A177-3AD203B41FA5}">
                      <a16:colId xmlns:a16="http://schemas.microsoft.com/office/drawing/2014/main" val="433070123"/>
                    </a:ext>
                  </a:extLst>
                </a:gridCol>
                <a:gridCol w="2269654">
                  <a:extLst>
                    <a:ext uri="{9D8B030D-6E8A-4147-A177-3AD203B41FA5}">
                      <a16:colId xmlns:a16="http://schemas.microsoft.com/office/drawing/2014/main" val="1306563069"/>
                    </a:ext>
                  </a:extLst>
                </a:gridCol>
                <a:gridCol w="3573009">
                  <a:extLst>
                    <a:ext uri="{9D8B030D-6E8A-4147-A177-3AD203B41FA5}">
                      <a16:colId xmlns:a16="http://schemas.microsoft.com/office/drawing/2014/main" val="1258809802"/>
                    </a:ext>
                  </a:extLst>
                </a:gridCol>
              </a:tblGrid>
              <a:tr h="477533">
                <a:tc>
                  <a:txBody>
                    <a:bodyPr/>
                    <a:lstStyle/>
                    <a:p>
                      <a:r>
                        <a:rPr lang="en-US" sz="2100"/>
                        <a:t>Potential Interventions</a:t>
                      </a:r>
                    </a:p>
                  </a:txBody>
                  <a:tcPr marL="108530" marR="108530" marT="54265" marB="54265"/>
                </a:tc>
                <a:tc>
                  <a:txBody>
                    <a:bodyPr/>
                    <a:lstStyle/>
                    <a:p>
                      <a:r>
                        <a:rPr lang="en-US" sz="2100"/>
                        <a:t>Indicated</a:t>
                      </a:r>
                    </a:p>
                  </a:txBody>
                  <a:tcPr marL="108530" marR="108530" marT="54265" marB="54265"/>
                </a:tc>
                <a:tc>
                  <a:txBody>
                    <a:bodyPr/>
                    <a:lstStyle/>
                    <a:p>
                      <a:r>
                        <a:rPr lang="en-US" sz="2100"/>
                        <a:t>Contraindicated </a:t>
                      </a:r>
                    </a:p>
                  </a:txBody>
                  <a:tcPr marL="108530" marR="108530" marT="54265" marB="54265"/>
                </a:tc>
                <a:extLst>
                  <a:ext uri="{0D108BD9-81ED-4DB2-BD59-A6C34878D82A}">
                    <a16:rowId xmlns:a16="http://schemas.microsoft.com/office/drawing/2014/main" val="2208841808"/>
                  </a:ext>
                </a:extLst>
              </a:tr>
              <a:tr h="477533">
                <a:tc>
                  <a:txBody>
                    <a:bodyPr/>
                    <a:lstStyle/>
                    <a:p>
                      <a:r>
                        <a:rPr lang="en-US" sz="2100"/>
                        <a:t>Maintain NPO Status</a:t>
                      </a:r>
                    </a:p>
                  </a:txBody>
                  <a:tcPr marL="108530" marR="108530" marT="54265" marB="54265"/>
                </a:tc>
                <a:tc>
                  <a:txBody>
                    <a:bodyPr/>
                    <a:lstStyle/>
                    <a:p>
                      <a:r>
                        <a:rPr lang="en-US" sz="2100"/>
                        <a:t>x</a:t>
                      </a:r>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991519773"/>
                  </a:ext>
                </a:extLst>
              </a:tr>
              <a:tr h="477533">
                <a:tc>
                  <a:txBody>
                    <a:bodyPr/>
                    <a:lstStyle/>
                    <a:p>
                      <a:r>
                        <a:rPr lang="en-US" sz="2100"/>
                        <a:t>Administer loperamide</a:t>
                      </a:r>
                    </a:p>
                  </a:txBody>
                  <a:tcPr marL="108530" marR="108530" marT="54265" marB="54265"/>
                </a:tc>
                <a:tc>
                  <a:txBody>
                    <a:bodyPr/>
                    <a:lstStyle/>
                    <a:p>
                      <a:endParaRPr lang="en-US" sz="2100"/>
                    </a:p>
                  </a:txBody>
                  <a:tcPr marL="108530" marR="108530" marT="54265" marB="54265"/>
                </a:tc>
                <a:tc>
                  <a:txBody>
                    <a:bodyPr/>
                    <a:lstStyle/>
                    <a:p>
                      <a:r>
                        <a:rPr lang="en-US" sz="2100"/>
                        <a:t>x</a:t>
                      </a:r>
                    </a:p>
                  </a:txBody>
                  <a:tcPr marL="108530" marR="108530" marT="54265" marB="54265"/>
                </a:tc>
                <a:extLst>
                  <a:ext uri="{0D108BD9-81ED-4DB2-BD59-A6C34878D82A}">
                    <a16:rowId xmlns:a16="http://schemas.microsoft.com/office/drawing/2014/main" val="2028874344"/>
                  </a:ext>
                </a:extLst>
              </a:tr>
              <a:tr h="477533">
                <a:tc>
                  <a:txBody>
                    <a:bodyPr/>
                    <a:lstStyle/>
                    <a:p>
                      <a:r>
                        <a:rPr lang="en-US" sz="2100"/>
                        <a:t>Prepare for a barium swallow</a:t>
                      </a:r>
                    </a:p>
                  </a:txBody>
                  <a:tcPr marL="108530" marR="108530" marT="54265" marB="54265"/>
                </a:tc>
                <a:tc>
                  <a:txBody>
                    <a:bodyPr/>
                    <a:lstStyle/>
                    <a:p>
                      <a:endParaRPr lang="en-US" sz="2100"/>
                    </a:p>
                  </a:txBody>
                  <a:tcPr marL="108530" marR="108530" marT="54265" marB="54265"/>
                </a:tc>
                <a:tc>
                  <a:txBody>
                    <a:bodyPr/>
                    <a:lstStyle/>
                    <a:p>
                      <a:r>
                        <a:rPr lang="en-US" sz="2100"/>
                        <a:t>x</a:t>
                      </a:r>
                    </a:p>
                  </a:txBody>
                  <a:tcPr marL="108530" marR="108530" marT="54265" marB="54265"/>
                </a:tc>
                <a:extLst>
                  <a:ext uri="{0D108BD9-81ED-4DB2-BD59-A6C34878D82A}">
                    <a16:rowId xmlns:a16="http://schemas.microsoft.com/office/drawing/2014/main" val="3538787182"/>
                  </a:ext>
                </a:extLst>
              </a:tr>
              <a:tr h="477533">
                <a:tc>
                  <a:txBody>
                    <a:bodyPr/>
                    <a:lstStyle/>
                    <a:p>
                      <a:r>
                        <a:rPr lang="en-US" sz="2100"/>
                        <a:t>Prepare for abdominal ultrasound</a:t>
                      </a:r>
                    </a:p>
                  </a:txBody>
                  <a:tcPr marL="108530" marR="108530" marT="54265" marB="54265"/>
                </a:tc>
                <a:tc>
                  <a:txBody>
                    <a:bodyPr/>
                    <a:lstStyle/>
                    <a:p>
                      <a:r>
                        <a:rPr lang="en-US" sz="2100"/>
                        <a:t>x</a:t>
                      </a:r>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2003197232"/>
                  </a:ext>
                </a:extLst>
              </a:tr>
              <a:tr h="803124">
                <a:tc>
                  <a:txBody>
                    <a:bodyPr/>
                    <a:lstStyle/>
                    <a:p>
                      <a:r>
                        <a:rPr lang="en-US" sz="2100"/>
                        <a:t>Collect blood for a basic metabolic panel </a:t>
                      </a:r>
                    </a:p>
                  </a:txBody>
                  <a:tcPr marL="108530" marR="108530" marT="54265" marB="54265"/>
                </a:tc>
                <a:tc>
                  <a:txBody>
                    <a:bodyPr/>
                    <a:lstStyle/>
                    <a:p>
                      <a:r>
                        <a:rPr lang="en-US" sz="2100"/>
                        <a:t>x</a:t>
                      </a:r>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4061340415"/>
                  </a:ext>
                </a:extLst>
              </a:tr>
              <a:tr h="803124">
                <a:tc>
                  <a:txBody>
                    <a:bodyPr/>
                    <a:lstStyle/>
                    <a:p>
                      <a:r>
                        <a:rPr lang="en-US" sz="2100"/>
                        <a:t>Prepare for reduction of telescoped bowel </a:t>
                      </a:r>
                    </a:p>
                  </a:txBody>
                  <a:tcPr marL="108530" marR="108530" marT="54265" marB="54265"/>
                </a:tc>
                <a:tc>
                  <a:txBody>
                    <a:bodyPr/>
                    <a:lstStyle/>
                    <a:p>
                      <a:r>
                        <a:rPr lang="en-US" sz="2100"/>
                        <a:t>x</a:t>
                      </a:r>
                    </a:p>
                  </a:txBody>
                  <a:tcPr marL="108530" marR="108530" marT="54265" marB="54265"/>
                </a:tc>
                <a:tc>
                  <a:txBody>
                    <a:bodyPr/>
                    <a:lstStyle/>
                    <a:p>
                      <a:endParaRPr lang="en-US" sz="2100"/>
                    </a:p>
                  </a:txBody>
                  <a:tcPr marL="108530" marR="108530" marT="54265" marB="54265"/>
                </a:tc>
                <a:extLst>
                  <a:ext uri="{0D108BD9-81ED-4DB2-BD59-A6C34878D82A}">
                    <a16:rowId xmlns:a16="http://schemas.microsoft.com/office/drawing/2014/main" val="986874698"/>
                  </a:ext>
                </a:extLst>
              </a:tr>
            </a:tbl>
          </a:graphicData>
        </a:graphic>
      </p:graphicFrame>
    </p:spTree>
    <p:extLst>
      <p:ext uri="{BB962C8B-B14F-4D97-AF65-F5344CB8AC3E}">
        <p14:creationId xmlns:p14="http://schemas.microsoft.com/office/powerpoint/2010/main" val="2229296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92BAC1-FC11-3D75-86DE-E268FA53038C}"/>
              </a:ext>
            </a:extLst>
          </p:cNvPr>
          <p:cNvPicPr>
            <a:picLocks noChangeAspect="1"/>
          </p:cNvPicPr>
          <p:nvPr/>
        </p:nvPicPr>
        <p:blipFill>
          <a:blip r:embed="rId2"/>
          <a:stretch>
            <a:fillRect/>
          </a:stretch>
        </p:blipFill>
        <p:spPr>
          <a:xfrm>
            <a:off x="1813915" y="80495"/>
            <a:ext cx="8564170" cy="6697010"/>
          </a:xfrm>
          <a:prstGeom prst="rect">
            <a:avLst/>
          </a:prstGeom>
        </p:spPr>
      </p:pic>
    </p:spTree>
    <p:extLst>
      <p:ext uri="{BB962C8B-B14F-4D97-AF65-F5344CB8AC3E}">
        <p14:creationId xmlns:p14="http://schemas.microsoft.com/office/powerpoint/2010/main" val="774613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27F8A6-8C52-3D62-DB63-9C2E9AED5376}"/>
              </a:ext>
            </a:extLst>
          </p:cNvPr>
          <p:cNvPicPr>
            <a:picLocks noChangeAspect="1"/>
          </p:cNvPicPr>
          <p:nvPr/>
        </p:nvPicPr>
        <p:blipFill>
          <a:blip r:embed="rId2"/>
          <a:stretch>
            <a:fillRect/>
          </a:stretch>
        </p:blipFill>
        <p:spPr>
          <a:xfrm>
            <a:off x="0" y="0"/>
            <a:ext cx="8230765" cy="5453456"/>
          </a:xfrm>
          <a:prstGeom prst="rect">
            <a:avLst/>
          </a:prstGeom>
        </p:spPr>
      </p:pic>
      <p:pic>
        <p:nvPicPr>
          <p:cNvPr id="5" name="Picture 4">
            <a:extLst>
              <a:ext uri="{FF2B5EF4-FFF2-40B4-BE49-F238E27FC236}">
                <a16:creationId xmlns:a16="http://schemas.microsoft.com/office/drawing/2014/main" id="{7FAEF657-38AA-7EA1-0AF9-C88D374B06E6}"/>
              </a:ext>
            </a:extLst>
          </p:cNvPr>
          <p:cNvPicPr>
            <a:picLocks noChangeAspect="1"/>
          </p:cNvPicPr>
          <p:nvPr/>
        </p:nvPicPr>
        <p:blipFill>
          <a:blip r:embed="rId3"/>
          <a:stretch>
            <a:fillRect/>
          </a:stretch>
        </p:blipFill>
        <p:spPr>
          <a:xfrm>
            <a:off x="8230765" y="732903"/>
            <a:ext cx="3961235" cy="1827626"/>
          </a:xfrm>
          <a:prstGeom prst="rect">
            <a:avLst/>
          </a:prstGeom>
        </p:spPr>
      </p:pic>
    </p:spTree>
    <p:extLst>
      <p:ext uri="{BB962C8B-B14F-4D97-AF65-F5344CB8AC3E}">
        <p14:creationId xmlns:p14="http://schemas.microsoft.com/office/powerpoint/2010/main" val="2329815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97B48C-BF4B-C4EA-3401-9E1D35DBA552}"/>
              </a:ext>
            </a:extLst>
          </p:cNvPr>
          <p:cNvSpPr>
            <a:spLocks noGrp="1"/>
          </p:cNvSpPr>
          <p:nvPr>
            <p:ph type="title"/>
          </p:nvPr>
        </p:nvSpPr>
        <p:spPr>
          <a:xfrm>
            <a:off x="1115568" y="548640"/>
            <a:ext cx="10168128" cy="1179576"/>
          </a:xfrm>
        </p:spPr>
        <p:txBody>
          <a:bodyPr>
            <a:normAutofit/>
          </a:bodyPr>
          <a:lstStyle/>
          <a:p>
            <a:r>
              <a:rPr lang="en-US" sz="3700"/>
              <a:t>The nurse reviews the Nurse’s Notes from 1415 and 1430 and the Vital Signs from 1430.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E246ECB-7BAD-4027-954D-C467FD6A144A}"/>
              </a:ext>
            </a:extLst>
          </p:cNvPr>
          <p:cNvSpPr>
            <a:spLocks noGrp="1"/>
          </p:cNvSpPr>
          <p:nvPr>
            <p:ph idx="1"/>
          </p:nvPr>
        </p:nvSpPr>
        <p:spPr>
          <a:xfrm>
            <a:off x="626850" y="2276856"/>
            <a:ext cx="10656846" cy="4236678"/>
          </a:xfrm>
        </p:spPr>
        <p:txBody>
          <a:bodyPr>
            <a:normAutofit/>
          </a:bodyPr>
          <a:lstStyle/>
          <a:p>
            <a:pPr marL="0" indent="0">
              <a:buNone/>
            </a:pPr>
            <a:r>
              <a:rPr lang="en-US" sz="2000" dirty="0"/>
              <a:t>What are the 4 </a:t>
            </a:r>
            <a:r>
              <a:rPr lang="en-US" sz="2000" b="1" dirty="0"/>
              <a:t>most</a:t>
            </a:r>
            <a:r>
              <a:rPr lang="en-US" sz="2000" dirty="0"/>
              <a:t> important interventions to perform at this time?</a:t>
            </a:r>
          </a:p>
          <a:p>
            <a:pPr>
              <a:buFont typeface="Wingdings" panose="05000000000000000000" pitchFamily="2" charset="2"/>
              <a:buChar char="q"/>
            </a:pPr>
            <a:r>
              <a:rPr lang="en-US" sz="2000" dirty="0"/>
              <a:t>Insert nasogastric tube</a:t>
            </a:r>
          </a:p>
          <a:p>
            <a:pPr>
              <a:buFont typeface="Wingdings" panose="05000000000000000000" pitchFamily="2" charset="2"/>
              <a:buChar char="q"/>
            </a:pPr>
            <a:r>
              <a:rPr lang="en-US" sz="2000" dirty="0"/>
              <a:t>Administer IV ampicillin</a:t>
            </a:r>
          </a:p>
          <a:p>
            <a:pPr>
              <a:buFont typeface="Wingdings" panose="05000000000000000000" pitchFamily="2" charset="2"/>
              <a:buChar char="q"/>
            </a:pPr>
            <a:r>
              <a:rPr lang="en-US" sz="2000" dirty="0"/>
              <a:t>Administer IV ondansetron</a:t>
            </a:r>
          </a:p>
          <a:p>
            <a:pPr>
              <a:buFont typeface="Wingdings" panose="05000000000000000000" pitchFamily="2" charset="2"/>
              <a:buChar char="q"/>
            </a:pPr>
            <a:r>
              <a:rPr lang="en-US" sz="2000" dirty="0"/>
              <a:t>Obtain an arterial blood gas</a:t>
            </a:r>
          </a:p>
          <a:p>
            <a:pPr>
              <a:buFont typeface="Wingdings" panose="05000000000000000000" pitchFamily="2" charset="2"/>
              <a:buChar char="q"/>
            </a:pPr>
            <a:r>
              <a:rPr lang="en-US" sz="2000" dirty="0"/>
              <a:t>Provide supplemental oxygen</a:t>
            </a:r>
          </a:p>
          <a:p>
            <a:pPr>
              <a:buFont typeface="Wingdings" panose="05000000000000000000" pitchFamily="2" charset="2"/>
              <a:buChar char="q"/>
            </a:pPr>
            <a:r>
              <a:rPr lang="en-US" sz="2000" dirty="0"/>
              <a:t>Administer IV normal saline bolus</a:t>
            </a:r>
          </a:p>
          <a:p>
            <a:pPr>
              <a:buFont typeface="Wingdings" panose="05000000000000000000" pitchFamily="2" charset="2"/>
              <a:buChar char="q"/>
            </a:pPr>
            <a:r>
              <a:rPr lang="en-US" sz="2000" dirty="0"/>
              <a:t>Insert an indwelling urinary catheter</a:t>
            </a:r>
          </a:p>
          <a:p>
            <a:pPr>
              <a:buFont typeface="Wingdings" panose="05000000000000000000" pitchFamily="2" charset="2"/>
              <a:buChar char="q"/>
            </a:pPr>
            <a:r>
              <a:rPr lang="en-US" sz="2000" dirty="0"/>
              <a:t>Obtain signed consent for surgery from the client’s mother</a:t>
            </a:r>
          </a:p>
        </p:txBody>
      </p:sp>
    </p:spTree>
    <p:extLst>
      <p:ext uri="{BB962C8B-B14F-4D97-AF65-F5344CB8AC3E}">
        <p14:creationId xmlns:p14="http://schemas.microsoft.com/office/powerpoint/2010/main" val="1484628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97B48C-BF4B-C4EA-3401-9E1D35DBA552}"/>
              </a:ext>
            </a:extLst>
          </p:cNvPr>
          <p:cNvSpPr>
            <a:spLocks noGrp="1"/>
          </p:cNvSpPr>
          <p:nvPr>
            <p:ph type="title"/>
          </p:nvPr>
        </p:nvSpPr>
        <p:spPr>
          <a:xfrm>
            <a:off x="1115568" y="548640"/>
            <a:ext cx="10168128" cy="1179576"/>
          </a:xfrm>
        </p:spPr>
        <p:txBody>
          <a:bodyPr>
            <a:normAutofit/>
          </a:bodyPr>
          <a:lstStyle/>
          <a:p>
            <a:r>
              <a:rPr lang="en-US" sz="3700"/>
              <a:t>The nurse reviews the Nurse’s Notes from 1415 and 1430 and the Vital Signs from 1430.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E246ECB-7BAD-4027-954D-C467FD6A144A}"/>
              </a:ext>
            </a:extLst>
          </p:cNvPr>
          <p:cNvSpPr>
            <a:spLocks noGrp="1"/>
          </p:cNvSpPr>
          <p:nvPr>
            <p:ph idx="1"/>
          </p:nvPr>
        </p:nvSpPr>
        <p:spPr>
          <a:xfrm>
            <a:off x="626850" y="2276856"/>
            <a:ext cx="10656846" cy="4274256"/>
          </a:xfrm>
        </p:spPr>
        <p:txBody>
          <a:bodyPr>
            <a:normAutofit/>
          </a:bodyPr>
          <a:lstStyle/>
          <a:p>
            <a:pPr marL="0" indent="0">
              <a:buNone/>
            </a:pPr>
            <a:r>
              <a:rPr lang="en-US" sz="2000" dirty="0"/>
              <a:t>What are the 4 </a:t>
            </a:r>
            <a:r>
              <a:rPr lang="en-US" sz="2000" b="1" dirty="0"/>
              <a:t>most</a:t>
            </a:r>
            <a:r>
              <a:rPr lang="en-US" sz="2000" dirty="0"/>
              <a:t> important interventions to perform at this time?</a:t>
            </a:r>
          </a:p>
          <a:p>
            <a:pPr>
              <a:buFont typeface="Wingdings" panose="05000000000000000000" pitchFamily="2" charset="2"/>
              <a:buChar char="q"/>
            </a:pPr>
            <a:r>
              <a:rPr lang="en-US" sz="2000" dirty="0">
                <a:highlight>
                  <a:srgbClr val="FFFF00"/>
                </a:highlight>
              </a:rPr>
              <a:t>Insert nasogastric tube</a:t>
            </a:r>
          </a:p>
          <a:p>
            <a:pPr>
              <a:buFont typeface="Wingdings" panose="05000000000000000000" pitchFamily="2" charset="2"/>
              <a:buChar char="q"/>
            </a:pPr>
            <a:r>
              <a:rPr lang="en-US" sz="2000" dirty="0">
                <a:highlight>
                  <a:srgbClr val="FFFF00"/>
                </a:highlight>
              </a:rPr>
              <a:t>Administer IV ampicillin</a:t>
            </a:r>
          </a:p>
          <a:p>
            <a:pPr>
              <a:buFont typeface="Wingdings" panose="05000000000000000000" pitchFamily="2" charset="2"/>
              <a:buChar char="q"/>
            </a:pPr>
            <a:r>
              <a:rPr lang="en-US" sz="2000" dirty="0"/>
              <a:t>Administer IV ondansetron</a:t>
            </a:r>
          </a:p>
          <a:p>
            <a:pPr>
              <a:buFont typeface="Wingdings" panose="05000000000000000000" pitchFamily="2" charset="2"/>
              <a:buChar char="q"/>
            </a:pPr>
            <a:r>
              <a:rPr lang="en-US" sz="2000" dirty="0"/>
              <a:t>Obtain an arterial blood gas</a:t>
            </a:r>
          </a:p>
          <a:p>
            <a:pPr>
              <a:buFont typeface="Wingdings" panose="05000000000000000000" pitchFamily="2" charset="2"/>
              <a:buChar char="q"/>
            </a:pPr>
            <a:r>
              <a:rPr lang="en-US" sz="2000" dirty="0">
                <a:highlight>
                  <a:srgbClr val="FFFF00"/>
                </a:highlight>
              </a:rPr>
              <a:t>Provide supplemental oxygen</a:t>
            </a:r>
          </a:p>
          <a:p>
            <a:pPr>
              <a:buFont typeface="Wingdings" panose="05000000000000000000" pitchFamily="2" charset="2"/>
              <a:buChar char="q"/>
            </a:pPr>
            <a:r>
              <a:rPr lang="en-US" sz="2000" dirty="0">
                <a:highlight>
                  <a:srgbClr val="FFFF00"/>
                </a:highlight>
              </a:rPr>
              <a:t>Administer IV normal saline bolus</a:t>
            </a:r>
          </a:p>
          <a:p>
            <a:pPr>
              <a:buFont typeface="Wingdings" panose="05000000000000000000" pitchFamily="2" charset="2"/>
              <a:buChar char="q"/>
            </a:pPr>
            <a:r>
              <a:rPr lang="en-US" sz="2000" dirty="0"/>
              <a:t>Insert an indwelling urinary catheter</a:t>
            </a:r>
          </a:p>
          <a:p>
            <a:pPr>
              <a:buFont typeface="Wingdings" panose="05000000000000000000" pitchFamily="2" charset="2"/>
              <a:buChar char="q"/>
            </a:pPr>
            <a:r>
              <a:rPr lang="en-US" sz="2000" dirty="0"/>
              <a:t>Obtain signed consent for surgery from the client’s mother</a:t>
            </a:r>
          </a:p>
        </p:txBody>
      </p:sp>
    </p:spTree>
    <p:extLst>
      <p:ext uri="{BB962C8B-B14F-4D97-AF65-F5344CB8AC3E}">
        <p14:creationId xmlns:p14="http://schemas.microsoft.com/office/powerpoint/2010/main" val="2195428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ED7833-37BD-0597-1CB5-D086783B6D56}"/>
              </a:ext>
            </a:extLst>
          </p:cNvPr>
          <p:cNvPicPr>
            <a:picLocks noChangeAspect="1"/>
          </p:cNvPicPr>
          <p:nvPr/>
        </p:nvPicPr>
        <p:blipFill>
          <a:blip r:embed="rId2"/>
          <a:stretch>
            <a:fillRect/>
          </a:stretch>
        </p:blipFill>
        <p:spPr>
          <a:xfrm>
            <a:off x="2116613" y="0"/>
            <a:ext cx="7958774" cy="6858000"/>
          </a:xfrm>
          <a:prstGeom prst="rect">
            <a:avLst/>
          </a:prstGeom>
        </p:spPr>
      </p:pic>
    </p:spTree>
    <p:extLst>
      <p:ext uri="{BB962C8B-B14F-4D97-AF65-F5344CB8AC3E}">
        <p14:creationId xmlns:p14="http://schemas.microsoft.com/office/powerpoint/2010/main" val="2666061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3683EA-7893-3E24-F013-C81FA2E108B1}"/>
              </a:ext>
            </a:extLst>
          </p:cNvPr>
          <p:cNvPicPr>
            <a:picLocks noChangeAspect="1"/>
          </p:cNvPicPr>
          <p:nvPr/>
        </p:nvPicPr>
        <p:blipFill>
          <a:blip r:embed="rId2"/>
          <a:stretch>
            <a:fillRect/>
          </a:stretch>
        </p:blipFill>
        <p:spPr>
          <a:xfrm>
            <a:off x="2022347" y="0"/>
            <a:ext cx="8147305" cy="6858000"/>
          </a:xfrm>
          <a:prstGeom prst="rect">
            <a:avLst/>
          </a:prstGeom>
        </p:spPr>
      </p:pic>
    </p:spTree>
    <p:extLst>
      <p:ext uri="{BB962C8B-B14F-4D97-AF65-F5344CB8AC3E}">
        <p14:creationId xmlns:p14="http://schemas.microsoft.com/office/powerpoint/2010/main" val="932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C7A9C0-F315-A9FA-D080-DF1204AB760C}"/>
              </a:ext>
            </a:extLst>
          </p:cNvPr>
          <p:cNvSpPr>
            <a:spLocks noGrp="1"/>
          </p:cNvSpPr>
          <p:nvPr>
            <p:ph type="title"/>
          </p:nvPr>
        </p:nvSpPr>
        <p:spPr>
          <a:xfrm>
            <a:off x="1115568" y="548640"/>
            <a:ext cx="10168128" cy="1179576"/>
          </a:xfrm>
        </p:spPr>
        <p:txBody>
          <a:bodyPr>
            <a:normAutofit/>
          </a:bodyPr>
          <a:lstStyle/>
          <a:p>
            <a:r>
              <a:rPr lang="en-US" sz="2500"/>
              <a:t>The client underwent surgery for intussusception and bowel perforation repair. The nurse reviews the Nurse’s Notes from Day 4 at 1500. Which findings require follow-up?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7C4DED-E8BF-8692-7FAD-96AB6348DB10}"/>
              </a:ext>
            </a:extLst>
          </p:cNvPr>
          <p:cNvSpPr>
            <a:spLocks noGrp="1"/>
          </p:cNvSpPr>
          <p:nvPr>
            <p:ph idx="1"/>
          </p:nvPr>
        </p:nvSpPr>
        <p:spPr>
          <a:xfrm>
            <a:off x="1115568" y="2481943"/>
            <a:ext cx="10168128" cy="3695020"/>
          </a:xfrm>
        </p:spPr>
        <p:txBody>
          <a:bodyPr>
            <a:normAutofit/>
          </a:bodyPr>
          <a:lstStyle/>
          <a:p>
            <a:pPr>
              <a:buFont typeface="Wingdings" panose="05000000000000000000" pitchFamily="2" charset="2"/>
              <a:buChar char="q"/>
            </a:pPr>
            <a:r>
              <a:rPr lang="en-US" sz="2200"/>
              <a:t>Bowel movement is brown and soft</a:t>
            </a:r>
          </a:p>
          <a:p>
            <a:pPr>
              <a:buFont typeface="Wingdings" panose="05000000000000000000" pitchFamily="2" charset="2"/>
              <a:buChar char="q"/>
            </a:pPr>
            <a:r>
              <a:rPr lang="en-US" sz="2200"/>
              <a:t>Mother states the client feels “warmer than usual”</a:t>
            </a:r>
          </a:p>
          <a:p>
            <a:pPr>
              <a:buFont typeface="Wingdings" panose="05000000000000000000" pitchFamily="2" charset="2"/>
              <a:buChar char="q"/>
            </a:pPr>
            <a:r>
              <a:rPr lang="en-US" sz="2200"/>
              <a:t>Client cries when mother leaves the room</a:t>
            </a:r>
          </a:p>
          <a:p>
            <a:pPr>
              <a:buFont typeface="Wingdings" panose="05000000000000000000" pitchFamily="2" charset="2"/>
              <a:buChar char="q"/>
            </a:pPr>
            <a:r>
              <a:rPr lang="en-US" sz="2200"/>
              <a:t>Client is sucking his thumb and drooling onto his gown</a:t>
            </a:r>
          </a:p>
          <a:p>
            <a:pPr>
              <a:buFont typeface="Wingdings" panose="05000000000000000000" pitchFamily="2" charset="2"/>
              <a:buChar char="q"/>
            </a:pPr>
            <a:r>
              <a:rPr lang="en-US" sz="2200"/>
              <a:t>Shiny and taut erythematous skin at the surgical incision</a:t>
            </a:r>
          </a:p>
          <a:p>
            <a:pPr>
              <a:buFont typeface="Wingdings" panose="05000000000000000000" pitchFamily="2" charset="2"/>
              <a:buChar char="q"/>
            </a:pPr>
            <a:r>
              <a:rPr lang="en-US" sz="2200"/>
              <a:t>Abdominal girth has increased 2 cm since the last measurement </a:t>
            </a:r>
          </a:p>
        </p:txBody>
      </p:sp>
    </p:spTree>
    <p:extLst>
      <p:ext uri="{BB962C8B-B14F-4D97-AF65-F5344CB8AC3E}">
        <p14:creationId xmlns:p14="http://schemas.microsoft.com/office/powerpoint/2010/main" val="4134623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C7A9C0-F315-A9FA-D080-DF1204AB760C}"/>
              </a:ext>
            </a:extLst>
          </p:cNvPr>
          <p:cNvSpPr>
            <a:spLocks noGrp="1"/>
          </p:cNvSpPr>
          <p:nvPr>
            <p:ph type="title"/>
          </p:nvPr>
        </p:nvSpPr>
        <p:spPr>
          <a:xfrm>
            <a:off x="1115568" y="548640"/>
            <a:ext cx="10168128" cy="1179576"/>
          </a:xfrm>
        </p:spPr>
        <p:txBody>
          <a:bodyPr>
            <a:normAutofit/>
          </a:bodyPr>
          <a:lstStyle/>
          <a:p>
            <a:r>
              <a:rPr lang="en-US" sz="2500"/>
              <a:t>The client underwent surgery for intussusception and bowel perforation repair. The nurse reviews the Nurse’s Notes from Day 4 at 1500. Which findings require follow-up?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7C4DED-E8BF-8692-7FAD-96AB6348DB10}"/>
              </a:ext>
            </a:extLst>
          </p:cNvPr>
          <p:cNvSpPr>
            <a:spLocks noGrp="1"/>
          </p:cNvSpPr>
          <p:nvPr>
            <p:ph idx="1"/>
          </p:nvPr>
        </p:nvSpPr>
        <p:spPr>
          <a:xfrm>
            <a:off x="1115568" y="2481943"/>
            <a:ext cx="10168128" cy="3695020"/>
          </a:xfrm>
        </p:spPr>
        <p:txBody>
          <a:bodyPr>
            <a:normAutofit/>
          </a:bodyPr>
          <a:lstStyle/>
          <a:p>
            <a:pPr>
              <a:buFont typeface="Wingdings" panose="05000000000000000000" pitchFamily="2" charset="2"/>
              <a:buChar char="q"/>
            </a:pPr>
            <a:r>
              <a:rPr lang="en-US" sz="2200"/>
              <a:t>Bowel movement is brown and soft</a:t>
            </a:r>
          </a:p>
          <a:p>
            <a:pPr>
              <a:buFont typeface="Wingdings" panose="05000000000000000000" pitchFamily="2" charset="2"/>
              <a:buChar char="q"/>
            </a:pPr>
            <a:r>
              <a:rPr lang="en-US" sz="2200">
                <a:highlight>
                  <a:srgbClr val="FFFF00"/>
                </a:highlight>
              </a:rPr>
              <a:t>Mother states the client feels “warmer than usual”</a:t>
            </a:r>
          </a:p>
          <a:p>
            <a:pPr>
              <a:buFont typeface="Wingdings" panose="05000000000000000000" pitchFamily="2" charset="2"/>
              <a:buChar char="q"/>
            </a:pPr>
            <a:r>
              <a:rPr lang="en-US" sz="2200"/>
              <a:t>Client cries when mother leaves the room</a:t>
            </a:r>
          </a:p>
          <a:p>
            <a:pPr>
              <a:buFont typeface="Wingdings" panose="05000000000000000000" pitchFamily="2" charset="2"/>
              <a:buChar char="q"/>
            </a:pPr>
            <a:r>
              <a:rPr lang="en-US" sz="2200"/>
              <a:t>Client is sucking his thumb and drooling onto his gown</a:t>
            </a:r>
          </a:p>
          <a:p>
            <a:pPr>
              <a:buFont typeface="Wingdings" panose="05000000000000000000" pitchFamily="2" charset="2"/>
              <a:buChar char="q"/>
            </a:pPr>
            <a:r>
              <a:rPr lang="en-US" sz="2200">
                <a:highlight>
                  <a:srgbClr val="FFFF00"/>
                </a:highlight>
              </a:rPr>
              <a:t>Shiny and taut erythematous skin at the surgical incision</a:t>
            </a:r>
          </a:p>
          <a:p>
            <a:pPr>
              <a:buFont typeface="Wingdings" panose="05000000000000000000" pitchFamily="2" charset="2"/>
              <a:buChar char="q"/>
            </a:pPr>
            <a:r>
              <a:rPr lang="en-US" sz="2200">
                <a:highlight>
                  <a:srgbClr val="FFFF00"/>
                </a:highlight>
              </a:rPr>
              <a:t>Abdominal girth has increased 2 cm since the last measurement </a:t>
            </a:r>
          </a:p>
        </p:txBody>
      </p:sp>
    </p:spTree>
    <p:extLst>
      <p:ext uri="{BB962C8B-B14F-4D97-AF65-F5344CB8AC3E}">
        <p14:creationId xmlns:p14="http://schemas.microsoft.com/office/powerpoint/2010/main" val="10961156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286FD4-E23C-D211-F23B-5EBCAC09CDB3}"/>
              </a:ext>
            </a:extLst>
          </p:cNvPr>
          <p:cNvPicPr>
            <a:picLocks noChangeAspect="1"/>
          </p:cNvPicPr>
          <p:nvPr/>
        </p:nvPicPr>
        <p:blipFill>
          <a:blip r:embed="rId2"/>
          <a:stretch>
            <a:fillRect/>
          </a:stretch>
        </p:blipFill>
        <p:spPr>
          <a:xfrm>
            <a:off x="1861546" y="390101"/>
            <a:ext cx="8468907" cy="6077798"/>
          </a:xfrm>
          <a:prstGeom prst="rect">
            <a:avLst/>
          </a:prstGeom>
        </p:spPr>
      </p:pic>
    </p:spTree>
    <p:extLst>
      <p:ext uri="{BB962C8B-B14F-4D97-AF65-F5344CB8AC3E}">
        <p14:creationId xmlns:p14="http://schemas.microsoft.com/office/powerpoint/2010/main" val="4247482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AD4E-1742-CD1D-A56D-18F883A3C370}"/>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1F79BFB3-1469-70B5-E2F8-ABC2499E17F5}"/>
              </a:ext>
            </a:extLst>
          </p:cNvPr>
          <p:cNvSpPr>
            <a:spLocks noGrp="1"/>
          </p:cNvSpPr>
          <p:nvPr>
            <p:ph idx="1"/>
          </p:nvPr>
        </p:nvSpPr>
        <p:spPr/>
        <p:txBody>
          <a:bodyPr/>
          <a:lstStyle/>
          <a:p>
            <a:r>
              <a:rPr lang="en-US" dirty="0"/>
              <a:t>Bootcamp.com. (2024). </a:t>
            </a:r>
            <a:r>
              <a:rPr lang="en-US" i="1" dirty="0"/>
              <a:t>Case studies</a:t>
            </a:r>
            <a:r>
              <a:rPr lang="en-US" dirty="0"/>
              <a:t>. </a:t>
            </a:r>
            <a:r>
              <a:rPr lang="en-US" dirty="0">
                <a:hlinkClick r:id="rId2"/>
              </a:rPr>
              <a:t>https://app.bootcamp.com/nclex/next-gen-cases</a:t>
            </a:r>
            <a:endParaRPr lang="en-US" dirty="0"/>
          </a:p>
        </p:txBody>
      </p:sp>
    </p:spTree>
    <p:extLst>
      <p:ext uri="{BB962C8B-B14F-4D97-AF65-F5344CB8AC3E}">
        <p14:creationId xmlns:p14="http://schemas.microsoft.com/office/powerpoint/2010/main" val="34256062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015DCC9-5791-7C36-3165-102DF71EE19B}"/>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More Questions… </a:t>
            </a:r>
          </a:p>
        </p:txBody>
      </p:sp>
    </p:spTree>
    <p:extLst>
      <p:ext uri="{BB962C8B-B14F-4D97-AF65-F5344CB8AC3E}">
        <p14:creationId xmlns:p14="http://schemas.microsoft.com/office/powerpoint/2010/main" val="2408070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39B79B-077D-1C37-B2EB-9D635BC2997B}"/>
              </a:ext>
            </a:extLst>
          </p:cNvPr>
          <p:cNvSpPr>
            <a:spLocks noGrp="1"/>
          </p:cNvSpPr>
          <p:nvPr>
            <p:ph type="title"/>
          </p:nvPr>
        </p:nvSpPr>
        <p:spPr>
          <a:xfrm>
            <a:off x="686834" y="1153572"/>
            <a:ext cx="3200400" cy="4461163"/>
          </a:xfrm>
        </p:spPr>
        <p:txBody>
          <a:bodyPr>
            <a:normAutofit/>
          </a:bodyPr>
          <a:lstStyle/>
          <a:p>
            <a:r>
              <a:rPr lang="en-US">
                <a:solidFill>
                  <a:srgbClr val="FFFFFF"/>
                </a:solidFill>
              </a:rPr>
              <a:t>Calculate Urine Output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72AEF0-D0F8-5DC6-7EA4-A66C388C86BF}"/>
              </a:ext>
            </a:extLst>
          </p:cNvPr>
          <p:cNvSpPr>
            <a:spLocks noGrp="1"/>
          </p:cNvSpPr>
          <p:nvPr>
            <p:ph idx="1"/>
          </p:nvPr>
        </p:nvSpPr>
        <p:spPr>
          <a:xfrm>
            <a:off x="4447308" y="591344"/>
            <a:ext cx="6906491" cy="5585619"/>
          </a:xfrm>
        </p:spPr>
        <p:txBody>
          <a:bodyPr anchor="ctr">
            <a:normAutofit/>
          </a:bodyPr>
          <a:lstStyle/>
          <a:p>
            <a:r>
              <a:rPr lang="en-US" dirty="0"/>
              <a:t>A nurse is caring for a 5-year-old client who has had 220 ml of urine out over the past 6-hour period. The child weighs 50 pounds. What is this client’s urine output (ml/kg/</a:t>
            </a:r>
            <a:r>
              <a:rPr lang="en-US" dirty="0" err="1"/>
              <a:t>hr</a:t>
            </a:r>
            <a:r>
              <a:rPr lang="en-US" dirty="0"/>
              <a:t>)? </a:t>
            </a:r>
          </a:p>
        </p:txBody>
      </p:sp>
    </p:spTree>
    <p:extLst>
      <p:ext uri="{BB962C8B-B14F-4D97-AF65-F5344CB8AC3E}">
        <p14:creationId xmlns:p14="http://schemas.microsoft.com/office/powerpoint/2010/main" val="15434989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C46F-9D81-4C46-9A27-AB9BF782D59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671D916-89E8-44B4-B5C3-60F5652B7E2B}"/>
              </a:ext>
            </a:extLst>
          </p:cNvPr>
          <p:cNvSpPr>
            <a:spLocks noGrp="1"/>
          </p:cNvSpPr>
          <p:nvPr>
            <p:ph idx="1"/>
          </p:nvPr>
        </p:nvSpPr>
        <p:spPr/>
        <p:txBody>
          <a:bodyPr>
            <a:normAutofit/>
          </a:bodyPr>
          <a:lstStyle/>
          <a:p>
            <a:pPr algn="l"/>
            <a:endParaRPr lang="en-US" b="0" i="0" dirty="0">
              <a:solidFill>
                <a:srgbClr val="444444"/>
              </a:solidFill>
              <a:effectLst/>
              <a:latin typeface="Open Sans" panose="020B0606030504020204" pitchFamily="34" charset="0"/>
            </a:endParaRPr>
          </a:p>
          <a:p>
            <a:pPr marL="0" indent="0" algn="l">
              <a:buNone/>
            </a:pPr>
            <a:r>
              <a:rPr lang="en-US" b="0" i="0" dirty="0">
                <a:solidFill>
                  <a:srgbClr val="444444"/>
                </a:solidFill>
                <a:effectLst/>
                <a:latin typeface="Open Sans" panose="020B0606030504020204" pitchFamily="34" charset="0"/>
              </a:rPr>
              <a:t>The nurse is caring for a child admitted with pyloric stenosis. Which clinical manifestation would likely have been noted in the child with this diagnosis?</a:t>
            </a:r>
          </a:p>
          <a:p>
            <a:pPr marL="514350" indent="-514350" algn="l" fontAlgn="ctr">
              <a:buAutoNum type="alphaLcPeriod"/>
            </a:pPr>
            <a:r>
              <a:rPr lang="en-US" b="0" i="0" dirty="0">
                <a:solidFill>
                  <a:srgbClr val="444444"/>
                </a:solidFill>
                <a:effectLst/>
                <a:latin typeface="Open Sans" panose="020B0606030504020204" pitchFamily="34" charset="0"/>
              </a:rPr>
              <a:t>Explosive diarrhea</a:t>
            </a:r>
          </a:p>
          <a:p>
            <a:pPr marL="514350" indent="-514350" algn="l" fontAlgn="ctr">
              <a:buAutoNum type="alphaLcPeriod"/>
            </a:pPr>
            <a:r>
              <a:rPr lang="en-US" b="0" i="0" dirty="0">
                <a:solidFill>
                  <a:srgbClr val="444444"/>
                </a:solidFill>
                <a:effectLst/>
                <a:latin typeface="Open Sans" panose="020B0606030504020204" pitchFamily="34" charset="0"/>
              </a:rPr>
              <a:t>Projectile vomiting</a:t>
            </a:r>
          </a:p>
          <a:p>
            <a:pPr marL="514350" indent="-514350" algn="l" fontAlgn="ctr">
              <a:buAutoNum type="alphaLcPeriod"/>
            </a:pPr>
            <a:r>
              <a:rPr lang="en-US" b="0" i="0" dirty="0">
                <a:solidFill>
                  <a:srgbClr val="444444"/>
                </a:solidFill>
                <a:effectLst/>
                <a:latin typeface="Open Sans" panose="020B0606030504020204" pitchFamily="34" charset="0"/>
              </a:rPr>
              <a:t>Severe abdominal pain</a:t>
            </a:r>
          </a:p>
          <a:p>
            <a:pPr marL="514350" indent="-514350" algn="l" fontAlgn="ctr">
              <a:buAutoNum type="alphaLcPeriod"/>
            </a:pPr>
            <a:r>
              <a:rPr lang="en-US" b="0" i="0" dirty="0">
                <a:solidFill>
                  <a:srgbClr val="444444"/>
                </a:solidFill>
                <a:effectLst/>
                <a:latin typeface="Open Sans" panose="020B0606030504020204" pitchFamily="34" charset="0"/>
              </a:rPr>
              <a:t>Frequent urination</a:t>
            </a:r>
          </a:p>
          <a:p>
            <a:endParaRPr lang="en-US" dirty="0"/>
          </a:p>
        </p:txBody>
      </p:sp>
    </p:spTree>
    <p:extLst>
      <p:ext uri="{BB962C8B-B14F-4D97-AF65-F5344CB8AC3E}">
        <p14:creationId xmlns:p14="http://schemas.microsoft.com/office/powerpoint/2010/main" val="2991383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FE132-2CF3-4750-913E-89F707BDF80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98C6808-CB31-40E5-B496-9E3B0F594971}"/>
              </a:ext>
            </a:extLst>
          </p:cNvPr>
          <p:cNvSpPr>
            <a:spLocks noGrp="1"/>
          </p:cNvSpPr>
          <p:nvPr>
            <p:ph idx="1"/>
          </p:nvPr>
        </p:nvSpPr>
        <p:spPr/>
        <p:txBody>
          <a:bodyPr>
            <a:normAutofit/>
          </a:bodyPr>
          <a:lstStyle/>
          <a:p>
            <a:pPr marL="0" indent="0" algn="l">
              <a:buNone/>
            </a:pPr>
            <a:r>
              <a:rPr lang="en-US" b="0" i="0" dirty="0">
                <a:solidFill>
                  <a:srgbClr val="444444"/>
                </a:solidFill>
                <a:effectLst/>
                <a:latin typeface="Open Sans" panose="020B0606030504020204" pitchFamily="34" charset="0"/>
              </a:rPr>
              <a:t>The nurse is examining a 7-year-old with suspected appendicitis. Which physical findings would indicate the possibility of appendicitis?</a:t>
            </a:r>
          </a:p>
          <a:p>
            <a:pPr marL="514350" indent="-514350" algn="l" fontAlgn="ctr">
              <a:buAutoNum type="alphaLcPeriod"/>
            </a:pPr>
            <a:r>
              <a:rPr lang="en-US" b="0" i="0" dirty="0">
                <a:solidFill>
                  <a:srgbClr val="444444"/>
                </a:solidFill>
                <a:effectLst/>
                <a:latin typeface="Open Sans" panose="020B0606030504020204" pitchFamily="34" charset="0"/>
              </a:rPr>
              <a:t>Tenderness that comes and goes in the lower abdomen</a:t>
            </a:r>
          </a:p>
          <a:p>
            <a:pPr marL="514350" indent="-514350" algn="l" fontAlgn="ctr">
              <a:buAutoNum type="alphaLcPeriod"/>
            </a:pPr>
            <a:r>
              <a:rPr lang="en-US" b="0" i="0" dirty="0">
                <a:solidFill>
                  <a:srgbClr val="444444"/>
                </a:solidFill>
                <a:effectLst/>
                <a:latin typeface="Open Sans" panose="020B0606030504020204" pitchFamily="34" charset="0"/>
              </a:rPr>
              <a:t>Persistent, right lower quadrant pain with rebound tenderness</a:t>
            </a:r>
          </a:p>
          <a:p>
            <a:pPr marL="514350" indent="-514350" algn="l" fontAlgn="ctr">
              <a:buAutoNum type="alphaLcPeriod"/>
            </a:pPr>
            <a:r>
              <a:rPr lang="en-US" b="0" i="0" dirty="0">
                <a:solidFill>
                  <a:srgbClr val="444444"/>
                </a:solidFill>
                <a:effectLst/>
                <a:latin typeface="Open Sans" panose="020B0606030504020204" pitchFamily="34" charset="0"/>
              </a:rPr>
              <a:t>Intermittent, left lower quadrant pain with rebound tenderness</a:t>
            </a:r>
          </a:p>
          <a:p>
            <a:pPr marL="514350" indent="-514350" algn="l" fontAlgn="ctr">
              <a:buAutoNum type="alphaLcPeriod"/>
            </a:pPr>
            <a:r>
              <a:rPr lang="en-US" b="0" i="0" dirty="0">
                <a:solidFill>
                  <a:srgbClr val="444444"/>
                </a:solidFill>
                <a:effectLst/>
                <a:latin typeface="Open Sans" panose="020B0606030504020204" pitchFamily="34" charset="0"/>
              </a:rPr>
              <a:t>Diffuse, intermittent abdominal pain</a:t>
            </a:r>
          </a:p>
          <a:p>
            <a:endParaRPr lang="en-US" dirty="0"/>
          </a:p>
        </p:txBody>
      </p:sp>
    </p:spTree>
    <p:extLst>
      <p:ext uri="{BB962C8B-B14F-4D97-AF65-F5344CB8AC3E}">
        <p14:creationId xmlns:p14="http://schemas.microsoft.com/office/powerpoint/2010/main" val="2770846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2663-3A90-BA07-C04B-C8CF040A6C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7A1E4E-33AF-2282-19BB-EA37EEC0A11D}"/>
              </a:ext>
            </a:extLst>
          </p:cNvPr>
          <p:cNvSpPr>
            <a:spLocks noGrp="1"/>
          </p:cNvSpPr>
          <p:nvPr>
            <p:ph idx="1"/>
          </p:nvPr>
        </p:nvSpPr>
        <p:spPr/>
        <p:txBody>
          <a:bodyPr/>
          <a:lstStyle/>
          <a:p>
            <a:r>
              <a:rPr lang="en-US" dirty="0"/>
              <a:t>A nurse is caring for a toddler who is postoperative following a cleft palate repair. Which of the following actions should the nurse take? </a:t>
            </a:r>
          </a:p>
          <a:p>
            <a:pPr marL="514350" indent="-514350">
              <a:buAutoNum type="alphaLcPeriod"/>
            </a:pPr>
            <a:r>
              <a:rPr lang="en-US" dirty="0"/>
              <a:t>Restrain the toddler’s arms at the elbows</a:t>
            </a:r>
          </a:p>
          <a:p>
            <a:pPr marL="514350" indent="-514350">
              <a:buAutoNum type="alphaLcPeriod"/>
            </a:pPr>
            <a:r>
              <a:rPr lang="en-US" dirty="0"/>
              <a:t>Feed the toddler with a spoon</a:t>
            </a:r>
          </a:p>
          <a:p>
            <a:pPr marL="514350" indent="-514350">
              <a:buAutoNum type="alphaLcPeriod"/>
            </a:pPr>
            <a:r>
              <a:rPr lang="en-US" dirty="0"/>
              <a:t>Monitor the toddler’s oral temperature</a:t>
            </a:r>
          </a:p>
          <a:p>
            <a:pPr marL="514350" indent="-514350">
              <a:buAutoNum type="alphaLcPeriod"/>
            </a:pPr>
            <a:r>
              <a:rPr lang="en-US" dirty="0"/>
              <a:t>Weigh the toddler every week</a:t>
            </a:r>
          </a:p>
        </p:txBody>
      </p:sp>
    </p:spTree>
    <p:extLst>
      <p:ext uri="{BB962C8B-B14F-4D97-AF65-F5344CB8AC3E}">
        <p14:creationId xmlns:p14="http://schemas.microsoft.com/office/powerpoint/2010/main" val="2425157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1842</Words>
  <Application>Microsoft Office PowerPoint</Application>
  <PresentationFormat>Widescreen</PresentationFormat>
  <Paragraphs>291</Paragraphs>
  <Slides>53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Open Sans</vt:lpstr>
      <vt:lpstr>Wingdings</vt:lpstr>
      <vt:lpstr>Office Theme</vt:lpstr>
      <vt:lpstr>GI Case Studies and Questions </vt:lpstr>
      <vt:lpstr>PowerPoint Presentation</vt:lpstr>
      <vt:lpstr>PowerPoint Presentation</vt:lpstr>
      <vt:lpstr>PowerPoint Presentation</vt:lpstr>
      <vt:lpstr>Which of the following findings require immediate follow-up? </vt:lpstr>
      <vt:lpstr>Which of the following 4 findings require immediate follow-up? </vt:lpstr>
      <vt:lpstr>PowerPoint Presentation</vt:lpstr>
      <vt:lpstr>For each client finding, click to specify if the finding is consistent with the disease process of gastroenteritis, intussusception, or pyloric stenosis. Each finding may support more than one disease process. </vt:lpstr>
      <vt:lpstr>For each client finding, click to specify if the finding is consistent with the disease process of gastroenteritis, intussusception, or pyloric stenosis. Each finding may support more than one disease process. </vt:lpstr>
      <vt:lpstr>PowerPoint Presentation</vt:lpstr>
      <vt:lpstr>PowerPoint Presentation</vt:lpstr>
      <vt:lpstr>The nurse has reviewed the clinic Nurses’ Notes at 1415. Complete the following sentence by choosing from the list of options. </vt:lpstr>
      <vt:lpstr>The nurse has reviewed the clinic Nurses’ Notes at 1415. Complete the following sentence by choosing from the list of options. </vt:lpstr>
      <vt:lpstr>PowerPoint Presentation</vt:lpstr>
      <vt:lpstr>PowerPoint Presentation</vt:lpstr>
      <vt:lpstr>The client has been transferred to the hospital and the emergency department nurse is now caring for the client. The nurse has reviewed the triage nurses’ notes from 1445. For each HCP order, click to specify if the order is anticipated or not anticipated at this time. </vt:lpstr>
      <vt:lpstr>The client has been transferred to the hospital and the emergency department nurse is now caring for the client. The nurse has reviewed the triage nurses’ notes from 1445. For each HCP order, click to specify if the order is anticipated or not anticipated at this time. </vt:lpstr>
      <vt:lpstr>PowerPoint Presentation</vt:lpstr>
      <vt:lpstr>PowerPoint Presentation</vt:lpstr>
      <vt:lpstr>The nurse has reviewed the Nurses’ Notes from Day 2 at 1015 </vt:lpstr>
      <vt:lpstr>The nurse has reviewed the Nurses’ Notes from Day 2 at 1015 </vt:lpstr>
      <vt:lpstr>PowerPoint Presentation</vt:lpstr>
      <vt:lpstr>The nurse has begun discharge education with the caregiver. For each statement made by the caregiver, click to specify whether the statement indicates an understanding or no understanding of the teaching provided. </vt:lpstr>
      <vt:lpstr>The nurse has begun discharge education with the caregiver. For each statement made by the caregiver, click to specify whether the statement indicates an understanding or no understanding of the teaching provided. </vt:lpstr>
      <vt:lpstr>PowerPoint Presentation</vt:lpstr>
      <vt:lpstr>Next Case </vt:lpstr>
      <vt:lpstr>PowerPoint Presentation</vt:lpstr>
      <vt:lpstr>From the options highlighted, choose the findings requiring immediate follow-up</vt:lpstr>
      <vt:lpstr>PowerPoint Presentation</vt:lpstr>
      <vt:lpstr>PowerPoint Presentation</vt:lpstr>
      <vt:lpstr>For each client finding below, click to specify if the finding is consistent with the disease process of appendicitis, intussusception, or hypertrophic pyloric stenosis. Each finding may support more than 1 disease process </vt:lpstr>
      <vt:lpstr>For each client finding below, click to specify if the finding is consistent with the disease process of appendicitis, intussusception, or hypertrophic pyloric stenosis. Each finding may support more than 1 disease process </vt:lpstr>
      <vt:lpstr>PowerPoint Presentation</vt:lpstr>
      <vt:lpstr>PowerPoint Presentation</vt:lpstr>
      <vt:lpstr>PowerPoint Presentation</vt:lpstr>
      <vt:lpstr>PowerPoint Presentation</vt:lpstr>
      <vt:lpstr>For each potential intervention, click to specify whether the potential intervention is indicated or contraindicated for the care of the client. </vt:lpstr>
      <vt:lpstr>For each potential intervention, click to specify whether the potential intervention is indicated or contraindicated for the car of the client. </vt:lpstr>
      <vt:lpstr>PowerPoint Presentation</vt:lpstr>
      <vt:lpstr>PowerPoint Presentation</vt:lpstr>
      <vt:lpstr>The nurse reviews the Nurse’s Notes from 1415 and 1430 and the Vital Signs from 1430. </vt:lpstr>
      <vt:lpstr>The nurse reviews the Nurse’s Notes from 1415 and 1430 and the Vital Signs from 1430. </vt:lpstr>
      <vt:lpstr>PowerPoint Presentation</vt:lpstr>
      <vt:lpstr>PowerPoint Presentation</vt:lpstr>
      <vt:lpstr>The client underwent surgery for intussusception and bowel perforation repair. The nurse reviews the Nurse’s Notes from Day 4 at 1500. Which findings require follow-up? </vt:lpstr>
      <vt:lpstr>The client underwent surgery for intussusception and bowel perforation repair. The nurse reviews the Nurse’s Notes from Day 4 at 1500. Which findings require follow-up? </vt:lpstr>
      <vt:lpstr>PowerPoint Presentation</vt:lpstr>
      <vt:lpstr>Reference</vt:lpstr>
      <vt:lpstr>More Questions… </vt:lpstr>
      <vt:lpstr>Calculate Urine Output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Ellie Fuller</dc:creator>
  <cp:lastModifiedBy>Ellie Fuller</cp:lastModifiedBy>
  <cp:revision>1</cp:revision>
  <dcterms:created xsi:type="dcterms:W3CDTF">2024-03-25T12:16:33Z</dcterms:created>
  <dcterms:modified xsi:type="dcterms:W3CDTF">2025-04-10T18:30:43Z</dcterms:modified>
</cp:coreProperties>
</file>